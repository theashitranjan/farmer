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62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63" r:id="rId19"/>
  </p:sldIdLst>
  <p:sldSz cx="9144000" cy="6858000" type="screen4x3"/>
  <p:notesSz cx="6797675" cy="9982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24ADF25-2B94-4035-9418-B1CD307582E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AFAF1"/>
          </a:solidFill>
        </a:fill>
      </a:tcStyle>
    </a:wholeTbl>
    <a:band1H>
      <a:tcTxStyle b="off" i="off"/>
      <a:tcStyle>
        <a:tcBdr/>
        <a:fill>
          <a:solidFill>
            <a:srgbClr val="F4F4E2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4F4E2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4" name="Google Shape;20534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7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535" name="Google Shape;20535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7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536" name="Google Shape;20536;n"/>
          <p:cNvSpPr>
            <a:spLocks noGrp="1" noRot="1" noChangeAspect="1"/>
          </p:cNvSpPr>
          <p:nvPr>
            <p:ph type="sldImg" idx="3"/>
          </p:nvPr>
        </p:nvSpPr>
        <p:spPr>
          <a:xfrm>
            <a:off x="903288" y="749300"/>
            <a:ext cx="4991100" cy="3743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37" name="Google Shape;20537;n"/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538" name="Google Shape;20538;n"/>
          <p:cNvSpPr txBox="1">
            <a:spLocks noGrp="1"/>
          </p:cNvSpPr>
          <p:nvPr>
            <p:ph type="ftr" idx="11"/>
          </p:nvPr>
        </p:nvSpPr>
        <p:spPr>
          <a:xfrm>
            <a:off x="0" y="9481358"/>
            <a:ext cx="29457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539" name="Google Shape;20539;n"/>
          <p:cNvSpPr txBox="1">
            <a:spLocks noGrp="1"/>
          </p:cNvSpPr>
          <p:nvPr>
            <p:ph type="sldNum" idx="12"/>
          </p:nvPr>
        </p:nvSpPr>
        <p:spPr>
          <a:xfrm>
            <a:off x="3850443" y="9481358"/>
            <a:ext cx="29457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4" name="Google Shape;2062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25" name="Google Shape;20625;p1:notes"/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26" name="Google Shape;20626;p1:notes"/>
          <p:cNvSpPr txBox="1">
            <a:spLocks noGrp="1"/>
          </p:cNvSpPr>
          <p:nvPr>
            <p:ph type="sldNum" idx="12"/>
          </p:nvPr>
        </p:nvSpPr>
        <p:spPr>
          <a:xfrm>
            <a:off x="3850443" y="9481358"/>
            <a:ext cx="29457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0" name="Google Shape;20630;p2:notes"/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31" name="Google Shape;206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6" name="Google Shape;20636;p3:notes"/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37" name="Google Shape;206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2" name="Google Shape;20642;p4:notes"/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43" name="Google Shape;206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8" name="Google Shape;20648;p5:notes"/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49" name="Google Shape;206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4" name="Google Shape;206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55" name="Google Shape;20655;p6:notes"/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56" name="Google Shape;20656;p6:notes"/>
          <p:cNvSpPr txBox="1">
            <a:spLocks noGrp="1"/>
          </p:cNvSpPr>
          <p:nvPr>
            <p:ph type="sldNum" idx="12"/>
          </p:nvPr>
        </p:nvSpPr>
        <p:spPr>
          <a:xfrm>
            <a:off x="3850443" y="9481358"/>
            <a:ext cx="29457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2" name="Google Shape;206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63" name="Google Shape;20663;p7:notes"/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64" name="Google Shape;20664;p7:notes"/>
          <p:cNvSpPr txBox="1">
            <a:spLocks noGrp="1"/>
          </p:cNvSpPr>
          <p:nvPr>
            <p:ph type="sldNum" idx="12"/>
          </p:nvPr>
        </p:nvSpPr>
        <p:spPr>
          <a:xfrm>
            <a:off x="3850443" y="9481358"/>
            <a:ext cx="29457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1">
          <a:extLst>
            <a:ext uri="{FF2B5EF4-FFF2-40B4-BE49-F238E27FC236}">
              <a16:creationId xmlns:a16="http://schemas.microsoft.com/office/drawing/2014/main" id="{5D842FAE-39A6-AE92-B6B9-8FAAD834D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2" name="Google Shape;20662;p7:notes">
            <a:extLst>
              <a:ext uri="{FF2B5EF4-FFF2-40B4-BE49-F238E27FC236}">
                <a16:creationId xmlns:a16="http://schemas.microsoft.com/office/drawing/2014/main" id="{E09836F0-C49B-B1CD-FEEC-36D3878A4E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63" name="Google Shape;20663;p7:notes">
            <a:extLst>
              <a:ext uri="{FF2B5EF4-FFF2-40B4-BE49-F238E27FC236}">
                <a16:creationId xmlns:a16="http://schemas.microsoft.com/office/drawing/2014/main" id="{37D1ACEB-1020-778B-71D8-D4EC6B9161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64" name="Google Shape;20664;p7:notes">
            <a:extLst>
              <a:ext uri="{FF2B5EF4-FFF2-40B4-BE49-F238E27FC236}">
                <a16:creationId xmlns:a16="http://schemas.microsoft.com/office/drawing/2014/main" id="{447E608D-34DE-D597-E6BC-D624E5082E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481358"/>
            <a:ext cx="29457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2588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1">
          <a:extLst>
            <a:ext uri="{FF2B5EF4-FFF2-40B4-BE49-F238E27FC236}">
              <a16:creationId xmlns:a16="http://schemas.microsoft.com/office/drawing/2014/main" id="{2D2E99BA-10BD-0B2C-6736-5F1390934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2" name="Google Shape;20662;p7:notes">
            <a:extLst>
              <a:ext uri="{FF2B5EF4-FFF2-40B4-BE49-F238E27FC236}">
                <a16:creationId xmlns:a16="http://schemas.microsoft.com/office/drawing/2014/main" id="{68EDB1A8-D60E-189D-E8DA-F50FA04145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63" name="Google Shape;20663;p7:notes">
            <a:extLst>
              <a:ext uri="{FF2B5EF4-FFF2-40B4-BE49-F238E27FC236}">
                <a16:creationId xmlns:a16="http://schemas.microsoft.com/office/drawing/2014/main" id="{75AEABDE-0D3A-5CFA-C503-8AC908EA59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64" name="Google Shape;20664;p7:notes">
            <a:extLst>
              <a:ext uri="{FF2B5EF4-FFF2-40B4-BE49-F238E27FC236}">
                <a16:creationId xmlns:a16="http://schemas.microsoft.com/office/drawing/2014/main" id="{E32A5CD8-98AA-568B-EFEC-3FBB9C5548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481358"/>
            <a:ext cx="29457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27155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1">
          <a:extLst>
            <a:ext uri="{FF2B5EF4-FFF2-40B4-BE49-F238E27FC236}">
              <a16:creationId xmlns:a16="http://schemas.microsoft.com/office/drawing/2014/main" id="{833430CA-37E0-C548-3678-D47B6746A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2" name="Google Shape;20662;p7:notes">
            <a:extLst>
              <a:ext uri="{FF2B5EF4-FFF2-40B4-BE49-F238E27FC236}">
                <a16:creationId xmlns:a16="http://schemas.microsoft.com/office/drawing/2014/main" id="{D5598A87-AAA4-5F3C-B03B-3308246D94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63" name="Google Shape;20663;p7:notes">
            <a:extLst>
              <a:ext uri="{FF2B5EF4-FFF2-40B4-BE49-F238E27FC236}">
                <a16:creationId xmlns:a16="http://schemas.microsoft.com/office/drawing/2014/main" id="{D70989CC-E3A5-8137-F6F5-E381AEF5E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64" name="Google Shape;20664;p7:notes">
            <a:extLst>
              <a:ext uri="{FF2B5EF4-FFF2-40B4-BE49-F238E27FC236}">
                <a16:creationId xmlns:a16="http://schemas.microsoft.com/office/drawing/2014/main" id="{9AA80A26-9279-8C94-C30B-502DFF57BB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481358"/>
            <a:ext cx="29457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9383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1">
          <a:extLst>
            <a:ext uri="{FF2B5EF4-FFF2-40B4-BE49-F238E27FC236}">
              <a16:creationId xmlns:a16="http://schemas.microsoft.com/office/drawing/2014/main" id="{458B42EF-2A4E-B2FD-9A71-D7D8544BB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2" name="Google Shape;20662;p7:notes">
            <a:extLst>
              <a:ext uri="{FF2B5EF4-FFF2-40B4-BE49-F238E27FC236}">
                <a16:creationId xmlns:a16="http://schemas.microsoft.com/office/drawing/2014/main" id="{C7ABC3BE-4892-65BD-03A5-56A48B14E2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63" name="Google Shape;20663;p7:notes">
            <a:extLst>
              <a:ext uri="{FF2B5EF4-FFF2-40B4-BE49-F238E27FC236}">
                <a16:creationId xmlns:a16="http://schemas.microsoft.com/office/drawing/2014/main" id="{2416A0C2-43DF-7E6E-1B27-67CB249CB1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64" name="Google Shape;20664;p7:notes">
            <a:extLst>
              <a:ext uri="{FF2B5EF4-FFF2-40B4-BE49-F238E27FC236}">
                <a16:creationId xmlns:a16="http://schemas.microsoft.com/office/drawing/2014/main" id="{1CB4482C-1405-BEB0-D453-C4254DF8F3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481358"/>
            <a:ext cx="29457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091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1">
          <a:extLst>
            <a:ext uri="{FF2B5EF4-FFF2-40B4-BE49-F238E27FC236}">
              <a16:creationId xmlns:a16="http://schemas.microsoft.com/office/drawing/2014/main" id="{1DDC49D8-3B7F-BBBE-91E9-F5667E169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2" name="Google Shape;20662;p7:notes">
            <a:extLst>
              <a:ext uri="{FF2B5EF4-FFF2-40B4-BE49-F238E27FC236}">
                <a16:creationId xmlns:a16="http://schemas.microsoft.com/office/drawing/2014/main" id="{447DF65F-3F95-3A71-DDAD-766C87891B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63" name="Google Shape;20663;p7:notes">
            <a:extLst>
              <a:ext uri="{FF2B5EF4-FFF2-40B4-BE49-F238E27FC236}">
                <a16:creationId xmlns:a16="http://schemas.microsoft.com/office/drawing/2014/main" id="{D6A075FC-B0B0-AAA4-BEF6-44DDF1C279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64" name="Google Shape;20664;p7:notes">
            <a:extLst>
              <a:ext uri="{FF2B5EF4-FFF2-40B4-BE49-F238E27FC236}">
                <a16:creationId xmlns:a16="http://schemas.microsoft.com/office/drawing/2014/main" id="{B4247090-B824-489E-9DEA-97DFCFD074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481358"/>
            <a:ext cx="29457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3932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1">
          <a:extLst>
            <a:ext uri="{FF2B5EF4-FFF2-40B4-BE49-F238E27FC236}">
              <a16:creationId xmlns:a16="http://schemas.microsoft.com/office/drawing/2014/main" id="{6286D1DE-799A-1FB6-678B-D55300636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2" name="Google Shape;20662;p7:notes">
            <a:extLst>
              <a:ext uri="{FF2B5EF4-FFF2-40B4-BE49-F238E27FC236}">
                <a16:creationId xmlns:a16="http://schemas.microsoft.com/office/drawing/2014/main" id="{5DCF87E1-423D-A369-2BBC-E050679ADB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63" name="Google Shape;20663;p7:notes">
            <a:extLst>
              <a:ext uri="{FF2B5EF4-FFF2-40B4-BE49-F238E27FC236}">
                <a16:creationId xmlns:a16="http://schemas.microsoft.com/office/drawing/2014/main" id="{D79642BB-1B41-D834-AD21-9074A48F9D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64" name="Google Shape;20664;p7:notes">
            <a:extLst>
              <a:ext uri="{FF2B5EF4-FFF2-40B4-BE49-F238E27FC236}">
                <a16:creationId xmlns:a16="http://schemas.microsoft.com/office/drawing/2014/main" id="{EA63708D-8050-C5AB-63E6-F0A7D9FB52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481358"/>
            <a:ext cx="29457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2889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1">
          <a:extLst>
            <a:ext uri="{FF2B5EF4-FFF2-40B4-BE49-F238E27FC236}">
              <a16:creationId xmlns:a16="http://schemas.microsoft.com/office/drawing/2014/main" id="{57A474D8-48B9-3D82-6481-C991A9FB7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2" name="Google Shape;20662;p7:notes">
            <a:extLst>
              <a:ext uri="{FF2B5EF4-FFF2-40B4-BE49-F238E27FC236}">
                <a16:creationId xmlns:a16="http://schemas.microsoft.com/office/drawing/2014/main" id="{76B6CD7D-C7E2-CBEB-6CE9-1ACB886DF6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63" name="Google Shape;20663;p7:notes">
            <a:extLst>
              <a:ext uri="{FF2B5EF4-FFF2-40B4-BE49-F238E27FC236}">
                <a16:creationId xmlns:a16="http://schemas.microsoft.com/office/drawing/2014/main" id="{29ABE3B8-00AB-749B-5F3B-707AF62178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64" name="Google Shape;20664;p7:notes">
            <a:extLst>
              <a:ext uri="{FF2B5EF4-FFF2-40B4-BE49-F238E27FC236}">
                <a16:creationId xmlns:a16="http://schemas.microsoft.com/office/drawing/2014/main" id="{5A0C4DCD-7A8E-EBDA-6260-1E97CFDA87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481358"/>
            <a:ext cx="29457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87224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1">
          <a:extLst>
            <a:ext uri="{FF2B5EF4-FFF2-40B4-BE49-F238E27FC236}">
              <a16:creationId xmlns:a16="http://schemas.microsoft.com/office/drawing/2014/main" id="{9EE1683B-03C3-538A-BD5C-4B067B703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2" name="Google Shape;20662;p7:notes">
            <a:extLst>
              <a:ext uri="{FF2B5EF4-FFF2-40B4-BE49-F238E27FC236}">
                <a16:creationId xmlns:a16="http://schemas.microsoft.com/office/drawing/2014/main" id="{CE721EF9-1047-EBC8-6179-AAFC66F4F4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63" name="Google Shape;20663;p7:notes">
            <a:extLst>
              <a:ext uri="{FF2B5EF4-FFF2-40B4-BE49-F238E27FC236}">
                <a16:creationId xmlns:a16="http://schemas.microsoft.com/office/drawing/2014/main" id="{FF5401D6-1657-2B40-DEB9-52753A4AE2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64" name="Google Shape;20664;p7:notes">
            <a:extLst>
              <a:ext uri="{FF2B5EF4-FFF2-40B4-BE49-F238E27FC236}">
                <a16:creationId xmlns:a16="http://schemas.microsoft.com/office/drawing/2014/main" id="{1F8BB49F-CECF-73FD-5B6C-5529C6BE13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481358"/>
            <a:ext cx="29457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77713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1">
          <a:extLst>
            <a:ext uri="{FF2B5EF4-FFF2-40B4-BE49-F238E27FC236}">
              <a16:creationId xmlns:a16="http://schemas.microsoft.com/office/drawing/2014/main" id="{F418FD39-D393-3A5F-7AC6-41B2A9596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2" name="Google Shape;20662;p7:notes">
            <a:extLst>
              <a:ext uri="{FF2B5EF4-FFF2-40B4-BE49-F238E27FC236}">
                <a16:creationId xmlns:a16="http://schemas.microsoft.com/office/drawing/2014/main" id="{31A695B3-4E36-C6C7-DEAE-28921920FE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63" name="Google Shape;20663;p7:notes">
            <a:extLst>
              <a:ext uri="{FF2B5EF4-FFF2-40B4-BE49-F238E27FC236}">
                <a16:creationId xmlns:a16="http://schemas.microsoft.com/office/drawing/2014/main" id="{F892CD75-1BB6-D310-060F-2355F50F46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64" name="Google Shape;20664;p7:notes">
            <a:extLst>
              <a:ext uri="{FF2B5EF4-FFF2-40B4-BE49-F238E27FC236}">
                <a16:creationId xmlns:a16="http://schemas.microsoft.com/office/drawing/2014/main" id="{B71546FA-C434-D20E-7BAB-C9BB7A85B9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50443" y="9481358"/>
            <a:ext cx="29457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46191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4" name="Google Shape;20694;p11:notes"/>
          <p:cNvSpPr txBox="1">
            <a:spLocks noGrp="1"/>
          </p:cNvSpPr>
          <p:nvPr>
            <p:ph type="body" idx="1"/>
          </p:nvPr>
        </p:nvSpPr>
        <p:spPr>
          <a:xfrm>
            <a:off x="679768" y="4741545"/>
            <a:ext cx="5438100" cy="4491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95" name="Google Shape;206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9300"/>
            <a:ext cx="4991100" cy="3743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0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49" name="Google Shape;20549;p2"/>
          <p:cNvGrpSpPr/>
          <p:nvPr/>
        </p:nvGrpSpPr>
        <p:grpSpPr>
          <a:xfrm>
            <a:off x="0" y="0"/>
            <a:ext cx="7753349" cy="6667500"/>
            <a:chOff x="0" y="0"/>
            <a:chExt cx="4884" cy="4200"/>
          </a:xfrm>
        </p:grpSpPr>
        <p:grpSp>
          <p:nvGrpSpPr>
            <p:cNvPr id="20550" name="Google Shape;20550;p2"/>
            <p:cNvGrpSpPr/>
            <p:nvPr/>
          </p:nvGrpSpPr>
          <p:grpSpPr>
            <a:xfrm>
              <a:off x="0" y="0"/>
              <a:ext cx="2016" cy="4200"/>
              <a:chOff x="0" y="0"/>
              <a:chExt cx="2016" cy="4200"/>
            </a:xfrm>
          </p:grpSpPr>
          <p:sp>
            <p:nvSpPr>
              <p:cNvPr id="20551" name="Google Shape;20551;p2"/>
              <p:cNvSpPr/>
              <p:nvPr/>
            </p:nvSpPr>
            <p:spPr>
              <a:xfrm>
                <a:off x="0" y="0"/>
                <a:ext cx="600" cy="4200"/>
              </a:xfrm>
              <a:prstGeom prst="rect">
                <a:avLst/>
              </a:prstGeom>
              <a:solidFill>
                <a:srgbClr val="B1D8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52" name="Google Shape;20552;p2"/>
              <p:cNvSpPr/>
              <p:nvPr/>
            </p:nvSpPr>
            <p:spPr>
              <a:xfrm>
                <a:off x="288" y="0"/>
                <a:ext cx="1728" cy="735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735" extrusionOk="0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rgbClr val="B1D88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53" name="Google Shape;20553;p2"/>
            <p:cNvGrpSpPr/>
            <p:nvPr/>
          </p:nvGrpSpPr>
          <p:grpSpPr>
            <a:xfrm>
              <a:off x="92" y="1248"/>
              <a:ext cx="4792" cy="300"/>
              <a:chOff x="92" y="1248"/>
              <a:chExt cx="4792" cy="300"/>
            </a:xfrm>
          </p:grpSpPr>
          <p:sp>
            <p:nvSpPr>
              <p:cNvPr id="20554" name="Google Shape;20554;p2"/>
              <p:cNvSpPr/>
              <p:nvPr/>
            </p:nvSpPr>
            <p:spPr>
              <a:xfrm>
                <a:off x="384" y="1248"/>
                <a:ext cx="4500" cy="300"/>
              </a:xfrm>
              <a:prstGeom prst="roundRect">
                <a:avLst>
                  <a:gd name="adj" fmla="val 0"/>
                </a:avLst>
              </a:prstGeom>
              <a:solidFill>
                <a:srgbClr val="0099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55" name="Google Shape;20555;p2"/>
              <p:cNvSpPr/>
              <p:nvPr/>
            </p:nvSpPr>
            <p:spPr>
              <a:xfrm flipH="1">
                <a:off x="92" y="1248"/>
                <a:ext cx="300" cy="300"/>
              </a:xfrm>
              <a:prstGeom prst="flowChartDelay">
                <a:avLst/>
              </a:prstGeom>
              <a:solidFill>
                <a:srgbClr val="0099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0556" name="Google Shape;20556;p2" descr="_DSC33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5400" y="4572000"/>
            <a:ext cx="3125788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57" name="Google Shape;20557;p2" descr="_DSC00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5800" y="2413002"/>
            <a:ext cx="3125788" cy="209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58" name="Google Shape;20558;p2" descr="_DSC21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400" y="2413000"/>
            <a:ext cx="312420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59" name="Google Shape;20559;p2" descr="Chambal double line"/>
          <p:cNvPicPr preferRelativeResize="0"/>
          <p:nvPr/>
        </p:nvPicPr>
        <p:blipFill rotWithShape="1">
          <a:blip r:embed="rId5">
            <a:alphaModFix/>
          </a:blip>
          <a:srcRect l="119" t="396" r="139" b="574"/>
          <a:stretch/>
        </p:blipFill>
        <p:spPr>
          <a:xfrm>
            <a:off x="4572000" y="5334000"/>
            <a:ext cx="3048000" cy="731838"/>
          </a:xfrm>
          <a:prstGeom prst="rect">
            <a:avLst/>
          </a:prstGeom>
          <a:noFill/>
          <a:ln>
            <a:noFill/>
          </a:ln>
        </p:spPr>
      </p:pic>
      <p:sp>
        <p:nvSpPr>
          <p:cNvPr id="20560" name="Google Shape;20560;p2"/>
          <p:cNvSpPr txBox="1">
            <a:spLocks noGrp="1"/>
          </p:cNvSpPr>
          <p:nvPr>
            <p:ph type="dt" idx="10"/>
          </p:nvPr>
        </p:nvSpPr>
        <p:spPr>
          <a:xfrm>
            <a:off x="2438401" y="6248402"/>
            <a:ext cx="21303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61" name="Google Shape;20561;p2"/>
          <p:cNvSpPr txBox="1">
            <a:spLocks noGrp="1"/>
          </p:cNvSpPr>
          <p:nvPr>
            <p:ph type="ftr" idx="11"/>
          </p:nvPr>
        </p:nvSpPr>
        <p:spPr>
          <a:xfrm>
            <a:off x="4775201" y="6197602"/>
            <a:ext cx="2897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3" name="Google Shape;20563;p3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64" name="Google Shape;20564;p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8612" algn="l" rtl="0">
              <a:spcBef>
                <a:spcPts val="45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Noto Sans Symbols"/>
              <a:buChar char="●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5277" algn="l" rtl="0">
              <a:spcBef>
                <a:spcPts val="390"/>
              </a:spcBef>
              <a:spcAft>
                <a:spcPts val="0"/>
              </a:spcAft>
              <a:buClr>
                <a:schemeClr val="accent2"/>
              </a:buClr>
              <a:buSzPts val="1365"/>
              <a:buFont typeface="Noto Sans Symbols"/>
              <a:buChar char="●"/>
              <a:defRPr sz="1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5276" algn="l" rtl="0">
              <a:spcBef>
                <a:spcPts val="345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Noto Sans Symbols"/>
              <a:buChar char="●"/>
              <a:defRPr sz="17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0037" algn="l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25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65" name="Google Shape;20565;p3"/>
          <p:cNvSpPr txBox="1">
            <a:spLocks noGrp="1"/>
          </p:cNvSpPr>
          <p:nvPr>
            <p:ph type="ftr" idx="11"/>
          </p:nvPr>
        </p:nvSpPr>
        <p:spPr>
          <a:xfrm>
            <a:off x="6500813" y="6383338"/>
            <a:ext cx="2897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0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7" name="Google Shape;20567;p4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68" name="Google Shape;20568;p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67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8612" algn="l" rtl="0">
              <a:spcBef>
                <a:spcPts val="45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Noto Sans Symbols"/>
              <a:buChar char="●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5277" algn="l" rtl="0">
              <a:spcBef>
                <a:spcPts val="390"/>
              </a:spcBef>
              <a:spcAft>
                <a:spcPts val="0"/>
              </a:spcAft>
              <a:buClr>
                <a:schemeClr val="accent2"/>
              </a:buClr>
              <a:buSzPts val="1365"/>
              <a:buFont typeface="Noto Sans Symbols"/>
              <a:buChar char="●"/>
              <a:defRPr sz="1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5276" algn="l" rtl="0">
              <a:spcBef>
                <a:spcPts val="345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Noto Sans Symbols"/>
              <a:buChar char="●"/>
              <a:defRPr sz="17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0037" algn="l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25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69" name="Google Shape;20569;p4"/>
          <p:cNvSpPr txBox="1">
            <a:spLocks noGrp="1"/>
          </p:cNvSpPr>
          <p:nvPr>
            <p:ph type="body" idx="2"/>
          </p:nvPr>
        </p:nvSpPr>
        <p:spPr>
          <a:xfrm>
            <a:off x="4648200" y="1825625"/>
            <a:ext cx="3867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8612" algn="l" rtl="0">
              <a:spcBef>
                <a:spcPts val="45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Noto Sans Symbols"/>
              <a:buChar char="●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5277" algn="l" rtl="0">
              <a:spcBef>
                <a:spcPts val="390"/>
              </a:spcBef>
              <a:spcAft>
                <a:spcPts val="0"/>
              </a:spcAft>
              <a:buClr>
                <a:schemeClr val="accent2"/>
              </a:buClr>
              <a:buSzPts val="1365"/>
              <a:buFont typeface="Noto Sans Symbols"/>
              <a:buChar char="●"/>
              <a:defRPr sz="1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5276" algn="l" rtl="0">
              <a:spcBef>
                <a:spcPts val="345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Noto Sans Symbols"/>
              <a:buChar char="●"/>
              <a:defRPr sz="17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0037" algn="l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25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0" name="Google Shape;20570;p4"/>
          <p:cNvSpPr txBox="1">
            <a:spLocks noGrp="1"/>
          </p:cNvSpPr>
          <p:nvPr>
            <p:ph type="ftr" idx="11"/>
          </p:nvPr>
        </p:nvSpPr>
        <p:spPr>
          <a:xfrm>
            <a:off x="6500813" y="6383338"/>
            <a:ext cx="2897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2" name="Google Shape;20572;p5"/>
          <p:cNvSpPr txBox="1">
            <a:spLocks noGrp="1"/>
          </p:cNvSpPr>
          <p:nvPr>
            <p:ph type="title"/>
          </p:nvPr>
        </p:nvSpPr>
        <p:spPr>
          <a:xfrm>
            <a:off x="623888" y="1709740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5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3" name="Google Shape;20573;p5"/>
          <p:cNvSpPr txBox="1">
            <a:spLocks noGrp="1"/>
          </p:cNvSpPr>
          <p:nvPr>
            <p:ph type="body" idx="1"/>
          </p:nvPr>
        </p:nvSpPr>
        <p:spPr>
          <a:xfrm>
            <a:off x="623888" y="4589465"/>
            <a:ext cx="78867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Noto Sans Symbols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70"/>
              </a:spcBef>
              <a:spcAft>
                <a:spcPts val="0"/>
              </a:spcAft>
              <a:buClr>
                <a:schemeClr val="accent1"/>
              </a:buClr>
              <a:buSzPts val="945"/>
              <a:buFont typeface="Noto Sans Symbols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4" name="Google Shape;20574;p5"/>
          <p:cNvSpPr txBox="1">
            <a:spLocks noGrp="1"/>
          </p:cNvSpPr>
          <p:nvPr>
            <p:ph type="ftr" idx="11"/>
          </p:nvPr>
        </p:nvSpPr>
        <p:spPr>
          <a:xfrm>
            <a:off x="6500813" y="6383338"/>
            <a:ext cx="2897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0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6" name="Google Shape;20576;p6"/>
          <p:cNvSpPr txBox="1">
            <a:spLocks noGrp="1"/>
          </p:cNvSpPr>
          <p:nvPr>
            <p:ph type="title"/>
          </p:nvPr>
        </p:nvSpPr>
        <p:spPr>
          <a:xfrm>
            <a:off x="630238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7" name="Google Shape;20577;p6"/>
          <p:cNvSpPr txBox="1">
            <a:spLocks noGrp="1"/>
          </p:cNvSpPr>
          <p:nvPr>
            <p:ph type="body" idx="1"/>
          </p:nvPr>
        </p:nvSpPr>
        <p:spPr>
          <a:xfrm>
            <a:off x="630239" y="1681163"/>
            <a:ext cx="38688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Noto Sans Symbols"/>
              <a:buNone/>
              <a:defRPr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70"/>
              </a:spcBef>
              <a:spcAft>
                <a:spcPts val="0"/>
              </a:spcAft>
              <a:buClr>
                <a:schemeClr val="accent1"/>
              </a:buClr>
              <a:buSzPts val="945"/>
              <a:buFont typeface="Noto Sans Symbols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8" name="Google Shape;20578;p6"/>
          <p:cNvSpPr txBox="1">
            <a:spLocks noGrp="1"/>
          </p:cNvSpPr>
          <p:nvPr>
            <p:ph type="body" idx="2"/>
          </p:nvPr>
        </p:nvSpPr>
        <p:spPr>
          <a:xfrm>
            <a:off x="630239" y="2505075"/>
            <a:ext cx="38688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8612" algn="l" rtl="0">
              <a:spcBef>
                <a:spcPts val="45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Noto Sans Symbols"/>
              <a:buChar char="●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5277" algn="l" rtl="0">
              <a:spcBef>
                <a:spcPts val="390"/>
              </a:spcBef>
              <a:spcAft>
                <a:spcPts val="0"/>
              </a:spcAft>
              <a:buClr>
                <a:schemeClr val="accent2"/>
              </a:buClr>
              <a:buSzPts val="1365"/>
              <a:buFont typeface="Noto Sans Symbols"/>
              <a:buChar char="●"/>
              <a:defRPr sz="1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5276" algn="l" rtl="0">
              <a:spcBef>
                <a:spcPts val="345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Noto Sans Symbols"/>
              <a:buChar char="●"/>
              <a:defRPr sz="17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0037" algn="l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25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9" name="Google Shape;20579;p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Noto Sans Symbols"/>
              <a:buNone/>
              <a:defRPr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70"/>
              </a:spcBef>
              <a:spcAft>
                <a:spcPts val="0"/>
              </a:spcAft>
              <a:buClr>
                <a:schemeClr val="accent1"/>
              </a:buClr>
              <a:buSzPts val="945"/>
              <a:buFont typeface="Noto Sans Symbols"/>
              <a:buNone/>
              <a:def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Symbols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80" name="Google Shape;20580;p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8612" algn="l" rtl="0">
              <a:spcBef>
                <a:spcPts val="45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Noto Sans Symbols"/>
              <a:buChar char="●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5277" algn="l" rtl="0">
              <a:spcBef>
                <a:spcPts val="390"/>
              </a:spcBef>
              <a:spcAft>
                <a:spcPts val="0"/>
              </a:spcAft>
              <a:buClr>
                <a:schemeClr val="accent2"/>
              </a:buClr>
              <a:buSzPts val="1365"/>
              <a:buFont typeface="Noto Sans Symbols"/>
              <a:buChar char="●"/>
              <a:defRPr sz="1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5276" algn="l" rtl="0">
              <a:spcBef>
                <a:spcPts val="345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Noto Sans Symbols"/>
              <a:buChar char="●"/>
              <a:defRPr sz="17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0037" algn="l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25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81" name="Google Shape;20581;p6"/>
          <p:cNvSpPr txBox="1">
            <a:spLocks noGrp="1"/>
          </p:cNvSpPr>
          <p:nvPr>
            <p:ph type="ftr" idx="11"/>
          </p:nvPr>
        </p:nvSpPr>
        <p:spPr>
          <a:xfrm>
            <a:off x="6500813" y="6383338"/>
            <a:ext cx="2897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3" name="Google Shape;20583;p7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84" name="Google Shape;20584;p7"/>
          <p:cNvSpPr txBox="1">
            <a:spLocks noGrp="1"/>
          </p:cNvSpPr>
          <p:nvPr>
            <p:ph type="ftr" idx="11"/>
          </p:nvPr>
        </p:nvSpPr>
        <p:spPr>
          <a:xfrm>
            <a:off x="6500813" y="6383338"/>
            <a:ext cx="2897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6" name="Google Shape;20586;p8"/>
          <p:cNvSpPr txBox="1">
            <a:spLocks noGrp="1"/>
          </p:cNvSpPr>
          <p:nvPr>
            <p:ph type="ftr" idx="11"/>
          </p:nvPr>
        </p:nvSpPr>
        <p:spPr>
          <a:xfrm>
            <a:off x="6500813" y="6383338"/>
            <a:ext cx="2897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0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8" name="Google Shape;20588;p9"/>
          <p:cNvSpPr txBox="1">
            <a:spLocks noGrp="1"/>
          </p:cNvSpPr>
          <p:nvPr>
            <p:ph type="title"/>
          </p:nvPr>
        </p:nvSpPr>
        <p:spPr>
          <a:xfrm>
            <a:off x="630239" y="457200"/>
            <a:ext cx="29496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89" name="Google Shape;20589;p9"/>
          <p:cNvSpPr txBox="1">
            <a:spLocks noGrp="1"/>
          </p:cNvSpPr>
          <p:nvPr>
            <p:ph type="body" idx="1"/>
          </p:nvPr>
        </p:nvSpPr>
        <p:spPr>
          <a:xfrm>
            <a:off x="3887788" y="987427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528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●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1944" algn="l" rtl="0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●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861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0037" algn="l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25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90" name="Google Shape;20590;p9"/>
          <p:cNvSpPr txBox="1">
            <a:spLocks noGrp="1"/>
          </p:cNvSpPr>
          <p:nvPr>
            <p:ph type="body" idx="2"/>
          </p:nvPr>
        </p:nvSpPr>
        <p:spPr>
          <a:xfrm>
            <a:off x="630239" y="2057400"/>
            <a:ext cx="29496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84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10"/>
              </a:spcBef>
              <a:spcAft>
                <a:spcPts val="0"/>
              </a:spcAft>
              <a:buClr>
                <a:schemeClr val="accent2"/>
              </a:buClr>
              <a:buSzPts val="735"/>
              <a:buFont typeface="Noto Sans Symbols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63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150"/>
              </a:spcBef>
              <a:spcAft>
                <a:spcPts val="0"/>
              </a:spcAft>
              <a:buClr>
                <a:schemeClr val="dk2"/>
              </a:buClr>
              <a:buSzPts val="563"/>
              <a:buFont typeface="Noto Sans Symbols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150"/>
              </a:spcBef>
              <a:spcAft>
                <a:spcPts val="0"/>
              </a:spcAft>
              <a:buClr>
                <a:schemeClr val="folHlink"/>
              </a:buClr>
              <a:buSzPts val="600"/>
              <a:buFont typeface="Noto Sans Symbols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91" name="Google Shape;20591;p9"/>
          <p:cNvSpPr txBox="1">
            <a:spLocks noGrp="1"/>
          </p:cNvSpPr>
          <p:nvPr>
            <p:ph type="ftr" idx="11"/>
          </p:nvPr>
        </p:nvSpPr>
        <p:spPr>
          <a:xfrm>
            <a:off x="6500813" y="6383338"/>
            <a:ext cx="2897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0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3" name="Google Shape;20593;p10"/>
          <p:cNvSpPr txBox="1">
            <a:spLocks noGrp="1"/>
          </p:cNvSpPr>
          <p:nvPr>
            <p:ph type="title"/>
          </p:nvPr>
        </p:nvSpPr>
        <p:spPr>
          <a:xfrm>
            <a:off x="630239" y="457200"/>
            <a:ext cx="29496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94" name="Google Shape;20594;p10"/>
          <p:cNvSpPr>
            <a:spLocks noGrp="1"/>
          </p:cNvSpPr>
          <p:nvPr>
            <p:ph type="pic" idx="2"/>
          </p:nvPr>
        </p:nvSpPr>
        <p:spPr>
          <a:xfrm>
            <a:off x="3887788" y="987427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595" name="Google Shape;20595;p10"/>
          <p:cNvSpPr txBox="1">
            <a:spLocks noGrp="1"/>
          </p:cNvSpPr>
          <p:nvPr>
            <p:ph type="body" idx="1"/>
          </p:nvPr>
        </p:nvSpPr>
        <p:spPr>
          <a:xfrm>
            <a:off x="630239" y="2057400"/>
            <a:ext cx="29496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84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10"/>
              </a:spcBef>
              <a:spcAft>
                <a:spcPts val="0"/>
              </a:spcAft>
              <a:buClr>
                <a:schemeClr val="accent2"/>
              </a:buClr>
              <a:buSzPts val="735"/>
              <a:buFont typeface="Noto Sans Symbols"/>
              <a:buNone/>
              <a:def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180"/>
              </a:spcBef>
              <a:spcAft>
                <a:spcPts val="0"/>
              </a:spcAft>
              <a:buClr>
                <a:schemeClr val="accent1"/>
              </a:buClr>
              <a:buSzPts val="63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150"/>
              </a:spcBef>
              <a:spcAft>
                <a:spcPts val="0"/>
              </a:spcAft>
              <a:buClr>
                <a:schemeClr val="dk2"/>
              </a:buClr>
              <a:buSzPts val="563"/>
              <a:buFont typeface="Noto Sans Symbols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150"/>
              </a:spcBef>
              <a:spcAft>
                <a:spcPts val="0"/>
              </a:spcAft>
              <a:buClr>
                <a:schemeClr val="folHlink"/>
              </a:buClr>
              <a:buSzPts val="600"/>
              <a:buFont typeface="Noto Sans Symbols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96" name="Google Shape;20596;p10"/>
          <p:cNvSpPr txBox="1">
            <a:spLocks noGrp="1"/>
          </p:cNvSpPr>
          <p:nvPr>
            <p:ph type="ftr" idx="11"/>
          </p:nvPr>
        </p:nvSpPr>
        <p:spPr>
          <a:xfrm>
            <a:off x="6500813" y="6383338"/>
            <a:ext cx="2897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0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8" name="Google Shape;20598;p11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99" name="Google Shape;20599;p11"/>
          <p:cNvSpPr txBox="1">
            <a:spLocks noGrp="1"/>
          </p:cNvSpPr>
          <p:nvPr>
            <p:ph type="body" idx="1"/>
          </p:nvPr>
        </p:nvSpPr>
        <p:spPr>
          <a:xfrm rot="5400000">
            <a:off x="2396400" y="57875"/>
            <a:ext cx="43512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8612" algn="l" rtl="0">
              <a:spcBef>
                <a:spcPts val="45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Noto Sans Symbols"/>
              <a:buChar char="●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5277" algn="l" rtl="0">
              <a:spcBef>
                <a:spcPts val="390"/>
              </a:spcBef>
              <a:spcAft>
                <a:spcPts val="0"/>
              </a:spcAft>
              <a:buClr>
                <a:schemeClr val="accent2"/>
              </a:buClr>
              <a:buSzPts val="1365"/>
              <a:buFont typeface="Noto Sans Symbols"/>
              <a:buChar char="●"/>
              <a:defRPr sz="1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5276" algn="l" rtl="0">
              <a:spcBef>
                <a:spcPts val="345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Noto Sans Symbols"/>
              <a:buChar char="●"/>
              <a:defRPr sz="17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0037" algn="l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25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00" name="Google Shape;20600;p11"/>
          <p:cNvSpPr txBox="1">
            <a:spLocks noGrp="1"/>
          </p:cNvSpPr>
          <p:nvPr>
            <p:ph type="ftr" idx="11"/>
          </p:nvPr>
        </p:nvSpPr>
        <p:spPr>
          <a:xfrm>
            <a:off x="6500813" y="6383338"/>
            <a:ext cx="2897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0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2" name="Google Shape;20602;p12"/>
          <p:cNvSpPr txBox="1">
            <a:spLocks noGrp="1"/>
          </p:cNvSpPr>
          <p:nvPr>
            <p:ph type="title"/>
          </p:nvPr>
        </p:nvSpPr>
        <p:spPr>
          <a:xfrm rot="5400000">
            <a:off x="4623601" y="2285275"/>
            <a:ext cx="58119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03" name="Google Shape;20603;p12"/>
          <p:cNvSpPr txBox="1">
            <a:spLocks noGrp="1"/>
          </p:cNvSpPr>
          <p:nvPr>
            <p:ph type="body" idx="1"/>
          </p:nvPr>
        </p:nvSpPr>
        <p:spPr>
          <a:xfrm rot="5400000">
            <a:off x="603976" y="389725"/>
            <a:ext cx="5811900" cy="57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8612" algn="l" rtl="0">
              <a:spcBef>
                <a:spcPts val="45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Noto Sans Symbols"/>
              <a:buChar char="●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5277" algn="l" rtl="0">
              <a:spcBef>
                <a:spcPts val="390"/>
              </a:spcBef>
              <a:spcAft>
                <a:spcPts val="0"/>
              </a:spcAft>
              <a:buClr>
                <a:schemeClr val="accent2"/>
              </a:buClr>
              <a:buSzPts val="1365"/>
              <a:buFont typeface="Noto Sans Symbols"/>
              <a:buChar char="●"/>
              <a:defRPr sz="1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5276" algn="l" rtl="0">
              <a:spcBef>
                <a:spcPts val="345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Noto Sans Symbols"/>
              <a:buChar char="●"/>
              <a:defRPr sz="17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0037" algn="l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25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04" name="Google Shape;20604;p12"/>
          <p:cNvSpPr txBox="1">
            <a:spLocks noGrp="1"/>
          </p:cNvSpPr>
          <p:nvPr>
            <p:ph type="ftr" idx="11"/>
          </p:nvPr>
        </p:nvSpPr>
        <p:spPr>
          <a:xfrm>
            <a:off x="6500813" y="6383338"/>
            <a:ext cx="2897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0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6" name="Google Shape;20606;p13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07" name="Google Shape;20607;p1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67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8612" algn="l" rtl="0">
              <a:spcBef>
                <a:spcPts val="45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Noto Sans Symbols"/>
              <a:buChar char="●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5277" algn="l" rtl="0">
              <a:spcBef>
                <a:spcPts val="390"/>
              </a:spcBef>
              <a:spcAft>
                <a:spcPts val="0"/>
              </a:spcAft>
              <a:buClr>
                <a:schemeClr val="accent2"/>
              </a:buClr>
              <a:buSzPts val="1365"/>
              <a:buFont typeface="Noto Sans Symbols"/>
              <a:buChar char="●"/>
              <a:defRPr sz="1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5276" algn="l" rtl="0">
              <a:spcBef>
                <a:spcPts val="345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Noto Sans Symbols"/>
              <a:buChar char="●"/>
              <a:defRPr sz="17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0037" algn="l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25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08" name="Google Shape;20608;p13"/>
          <p:cNvSpPr txBox="1">
            <a:spLocks noGrp="1"/>
          </p:cNvSpPr>
          <p:nvPr>
            <p:ph type="body" idx="2"/>
          </p:nvPr>
        </p:nvSpPr>
        <p:spPr>
          <a:xfrm>
            <a:off x="4648200" y="1825625"/>
            <a:ext cx="3867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8612" algn="l" rtl="0">
              <a:spcBef>
                <a:spcPts val="450"/>
              </a:spcBef>
              <a:spcAft>
                <a:spcPts val="0"/>
              </a:spcAft>
              <a:buClr>
                <a:schemeClr val="dk2"/>
              </a:buClr>
              <a:buSzPts val="1575"/>
              <a:buFont typeface="Noto Sans Symbols"/>
              <a:buChar char="●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5277" algn="l" rtl="0">
              <a:spcBef>
                <a:spcPts val="390"/>
              </a:spcBef>
              <a:spcAft>
                <a:spcPts val="0"/>
              </a:spcAft>
              <a:buClr>
                <a:schemeClr val="accent2"/>
              </a:buClr>
              <a:buSzPts val="1365"/>
              <a:buFont typeface="Noto Sans Symbols"/>
              <a:buChar char="●"/>
              <a:defRPr sz="1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5276" algn="l" rtl="0">
              <a:spcBef>
                <a:spcPts val="345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Noto Sans Symbols"/>
              <a:buChar char="●"/>
              <a:defRPr sz="172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0037" algn="l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25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09" name="Google Shape;20609;p13"/>
          <p:cNvSpPr txBox="1">
            <a:spLocks noGrp="1"/>
          </p:cNvSpPr>
          <p:nvPr>
            <p:ph type="ftr" idx="11"/>
          </p:nvPr>
        </p:nvSpPr>
        <p:spPr>
          <a:xfrm>
            <a:off x="6500813" y="6383338"/>
            <a:ext cx="2897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0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9" name="Google Shape;20619;p15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25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20" name="Google Shape;20620;p1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67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8612" algn="l" rtl="0"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575"/>
              <a:buFont typeface="Noto Sans Symbols"/>
              <a:buChar char="●"/>
              <a:defRPr sz="2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5277" algn="l" rtl="0">
              <a:spcBef>
                <a:spcPts val="390"/>
              </a:spcBef>
              <a:spcAft>
                <a:spcPts val="0"/>
              </a:spcAft>
              <a:buClr>
                <a:schemeClr val="accent2"/>
              </a:buClr>
              <a:buSzPts val="1365"/>
              <a:buFont typeface="Noto Sans Symbols"/>
              <a:buChar char="●"/>
              <a:defRPr sz="19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5276" algn="l" rtl="0">
              <a:spcBef>
                <a:spcPts val="345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Noto Sans Symbols"/>
              <a:buChar char="●"/>
              <a:defRPr sz="172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0037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25"/>
              <a:buFont typeface="Noto Sans Symbols"/>
              <a:buChar char="▪"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▪"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21" name="Google Shape;20621;p15"/>
          <p:cNvSpPr txBox="1">
            <a:spLocks noGrp="1"/>
          </p:cNvSpPr>
          <p:nvPr>
            <p:ph type="body" idx="2"/>
          </p:nvPr>
        </p:nvSpPr>
        <p:spPr>
          <a:xfrm>
            <a:off x="4648200" y="1825625"/>
            <a:ext cx="3867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8612" algn="l" rtl="0">
              <a:spcBef>
                <a:spcPts val="450"/>
              </a:spcBef>
              <a:spcAft>
                <a:spcPts val="0"/>
              </a:spcAft>
              <a:buClr>
                <a:schemeClr val="lt2"/>
              </a:buClr>
              <a:buSzPts val="1575"/>
              <a:buFont typeface="Noto Sans Symbols"/>
              <a:buChar char="●"/>
              <a:defRPr sz="2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5277" algn="l" rtl="0">
              <a:spcBef>
                <a:spcPts val="390"/>
              </a:spcBef>
              <a:spcAft>
                <a:spcPts val="0"/>
              </a:spcAft>
              <a:buClr>
                <a:schemeClr val="accent2"/>
              </a:buClr>
              <a:buSzPts val="1365"/>
              <a:buFont typeface="Noto Sans Symbols"/>
              <a:buChar char="●"/>
              <a:defRPr sz="19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5276" algn="l" rtl="0">
              <a:spcBef>
                <a:spcPts val="345"/>
              </a:spcBef>
              <a:spcAft>
                <a:spcPts val="0"/>
              </a:spcAft>
              <a:buClr>
                <a:schemeClr val="accent1"/>
              </a:buClr>
              <a:buSzPts val="1208"/>
              <a:buFont typeface="Noto Sans Symbols"/>
              <a:buChar char="●"/>
              <a:defRPr sz="1725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0037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25"/>
              <a:buFont typeface="Noto Sans Symbols"/>
              <a:buChar char="▪"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▪"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22" name="Google Shape;20622;p15"/>
          <p:cNvSpPr txBox="1">
            <a:spLocks noGrp="1"/>
          </p:cNvSpPr>
          <p:nvPr>
            <p:ph type="ftr" idx="11"/>
          </p:nvPr>
        </p:nvSpPr>
        <p:spPr>
          <a:xfrm>
            <a:off x="6500813" y="6383338"/>
            <a:ext cx="2897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1" name="Google Shape;20541;p1"/>
          <p:cNvSpPr/>
          <p:nvPr/>
        </p:nvSpPr>
        <p:spPr>
          <a:xfrm>
            <a:off x="1" y="0"/>
            <a:ext cx="453900" cy="6858000"/>
          </a:xfrm>
          <a:prstGeom prst="rect">
            <a:avLst/>
          </a:prstGeom>
          <a:solidFill>
            <a:srgbClr val="B1D88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42" name="Google Shape;20542;p1"/>
          <p:cNvSpPr/>
          <p:nvPr/>
        </p:nvSpPr>
        <p:spPr>
          <a:xfrm>
            <a:off x="271464" y="0"/>
            <a:ext cx="1633539" cy="609600"/>
          </a:xfrm>
          <a:custGeom>
            <a:avLst/>
            <a:gdLst/>
            <a:ahLst/>
            <a:cxnLst/>
            <a:rect l="l" t="t" r="r" b="b"/>
            <a:pathLst>
              <a:path w="1728" h="735" extrusionOk="0">
                <a:moveTo>
                  <a:pt x="1728" y="0"/>
                </a:moveTo>
                <a:lnTo>
                  <a:pt x="1728" y="480"/>
                </a:lnTo>
                <a:lnTo>
                  <a:pt x="380" y="482"/>
                </a:lnTo>
                <a:lnTo>
                  <a:pt x="354" y="480"/>
                </a:lnTo>
                <a:lnTo>
                  <a:pt x="308" y="489"/>
                </a:lnTo>
                <a:cubicBezTo>
                  <a:pt x="290" y="498"/>
                  <a:pt x="263" y="513"/>
                  <a:pt x="246" y="531"/>
                </a:cubicBezTo>
                <a:cubicBezTo>
                  <a:pt x="229" y="549"/>
                  <a:pt x="215" y="574"/>
                  <a:pt x="206" y="597"/>
                </a:cubicBezTo>
                <a:cubicBezTo>
                  <a:pt x="197" y="620"/>
                  <a:pt x="194" y="643"/>
                  <a:pt x="192" y="666"/>
                </a:cubicBezTo>
                <a:lnTo>
                  <a:pt x="192" y="735"/>
                </a:lnTo>
                <a:lnTo>
                  <a:pt x="0" y="735"/>
                </a:lnTo>
                <a:lnTo>
                  <a:pt x="0" y="480"/>
                </a:lnTo>
                <a:lnTo>
                  <a:pt x="0" y="0"/>
                </a:lnTo>
                <a:lnTo>
                  <a:pt x="1728" y="0"/>
                </a:lnTo>
                <a:close/>
              </a:path>
            </a:pathLst>
          </a:custGeom>
          <a:solidFill>
            <a:srgbClr val="B1D88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43" name="Google Shape;20543;p1"/>
          <p:cNvGrpSpPr/>
          <p:nvPr/>
        </p:nvGrpSpPr>
        <p:grpSpPr>
          <a:xfrm>
            <a:off x="71552" y="1143000"/>
            <a:ext cx="7450448" cy="227463"/>
            <a:chOff x="92" y="1248"/>
            <a:chExt cx="4792" cy="300"/>
          </a:xfrm>
        </p:grpSpPr>
        <p:sp>
          <p:nvSpPr>
            <p:cNvPr id="20544" name="Google Shape;20544;p1"/>
            <p:cNvSpPr/>
            <p:nvPr/>
          </p:nvSpPr>
          <p:spPr>
            <a:xfrm>
              <a:off x="384" y="1248"/>
              <a:ext cx="4500" cy="300"/>
            </a:xfrm>
            <a:prstGeom prst="roundRect">
              <a:avLst>
                <a:gd name="adj" fmla="val 0"/>
              </a:avLst>
            </a:prstGeom>
            <a:solidFill>
              <a:srgbClr val="0099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5" name="Google Shape;20545;p1"/>
            <p:cNvSpPr/>
            <p:nvPr/>
          </p:nvSpPr>
          <p:spPr>
            <a:xfrm flipH="1">
              <a:off x="92" y="1248"/>
              <a:ext cx="300" cy="300"/>
            </a:xfrm>
            <a:prstGeom prst="flowChartDelay">
              <a:avLst/>
            </a:prstGeom>
            <a:solidFill>
              <a:srgbClr val="0099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46" name="Google Shape;20546;p1"/>
          <p:cNvSpPr txBox="1">
            <a:spLocks noGrp="1"/>
          </p:cNvSpPr>
          <p:nvPr>
            <p:ph type="ftr" idx="11"/>
          </p:nvPr>
        </p:nvSpPr>
        <p:spPr>
          <a:xfrm>
            <a:off x="6500813" y="6383338"/>
            <a:ext cx="2897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 i="0" u="none" strike="noStrike" cap="none">
                <a:solidFill>
                  <a:srgbClr val="96969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547" name="Google Shape;20547;p1" descr="Chambal double line"/>
          <p:cNvPicPr preferRelativeResize="0"/>
          <p:nvPr/>
        </p:nvPicPr>
        <p:blipFill rotWithShape="1">
          <a:blip r:embed="rId14">
            <a:alphaModFix/>
          </a:blip>
          <a:srcRect l="119" t="396" r="139" b="574"/>
          <a:stretch/>
        </p:blipFill>
        <p:spPr>
          <a:xfrm>
            <a:off x="6400800" y="-12700"/>
            <a:ext cx="2755900" cy="66198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1" name="Google Shape;20611;p14"/>
          <p:cNvSpPr/>
          <p:nvPr/>
        </p:nvSpPr>
        <p:spPr>
          <a:xfrm>
            <a:off x="1" y="0"/>
            <a:ext cx="453900" cy="6858000"/>
          </a:xfrm>
          <a:prstGeom prst="rect">
            <a:avLst/>
          </a:prstGeom>
          <a:solidFill>
            <a:srgbClr val="B1D88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12" name="Google Shape;20612;p14"/>
          <p:cNvSpPr/>
          <p:nvPr/>
        </p:nvSpPr>
        <p:spPr>
          <a:xfrm>
            <a:off x="271464" y="0"/>
            <a:ext cx="1633539" cy="609600"/>
          </a:xfrm>
          <a:custGeom>
            <a:avLst/>
            <a:gdLst/>
            <a:ahLst/>
            <a:cxnLst/>
            <a:rect l="l" t="t" r="r" b="b"/>
            <a:pathLst>
              <a:path w="1728" h="735" extrusionOk="0">
                <a:moveTo>
                  <a:pt x="1728" y="0"/>
                </a:moveTo>
                <a:lnTo>
                  <a:pt x="1728" y="480"/>
                </a:lnTo>
                <a:lnTo>
                  <a:pt x="380" y="482"/>
                </a:lnTo>
                <a:lnTo>
                  <a:pt x="354" y="480"/>
                </a:lnTo>
                <a:lnTo>
                  <a:pt x="308" y="489"/>
                </a:lnTo>
                <a:cubicBezTo>
                  <a:pt x="290" y="498"/>
                  <a:pt x="263" y="513"/>
                  <a:pt x="246" y="531"/>
                </a:cubicBezTo>
                <a:cubicBezTo>
                  <a:pt x="229" y="549"/>
                  <a:pt x="215" y="574"/>
                  <a:pt x="206" y="597"/>
                </a:cubicBezTo>
                <a:cubicBezTo>
                  <a:pt x="197" y="620"/>
                  <a:pt x="194" y="643"/>
                  <a:pt x="192" y="666"/>
                </a:cubicBezTo>
                <a:lnTo>
                  <a:pt x="192" y="735"/>
                </a:lnTo>
                <a:lnTo>
                  <a:pt x="0" y="735"/>
                </a:lnTo>
                <a:lnTo>
                  <a:pt x="0" y="480"/>
                </a:lnTo>
                <a:lnTo>
                  <a:pt x="0" y="0"/>
                </a:lnTo>
                <a:lnTo>
                  <a:pt x="1728" y="0"/>
                </a:lnTo>
                <a:close/>
              </a:path>
            </a:pathLst>
          </a:custGeom>
          <a:solidFill>
            <a:srgbClr val="B1D88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13" name="Google Shape;20613;p14"/>
          <p:cNvGrpSpPr/>
          <p:nvPr/>
        </p:nvGrpSpPr>
        <p:grpSpPr>
          <a:xfrm>
            <a:off x="71552" y="1143000"/>
            <a:ext cx="7450448" cy="227463"/>
            <a:chOff x="92" y="1248"/>
            <a:chExt cx="4792" cy="300"/>
          </a:xfrm>
        </p:grpSpPr>
        <p:sp>
          <p:nvSpPr>
            <p:cNvPr id="20614" name="Google Shape;20614;p14"/>
            <p:cNvSpPr/>
            <p:nvPr/>
          </p:nvSpPr>
          <p:spPr>
            <a:xfrm>
              <a:off x="384" y="1248"/>
              <a:ext cx="4500" cy="300"/>
            </a:xfrm>
            <a:prstGeom prst="roundRect">
              <a:avLst>
                <a:gd name="adj" fmla="val 0"/>
              </a:avLst>
            </a:prstGeom>
            <a:solidFill>
              <a:srgbClr val="0099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5" name="Google Shape;20615;p14"/>
            <p:cNvSpPr/>
            <p:nvPr/>
          </p:nvSpPr>
          <p:spPr>
            <a:xfrm flipH="1">
              <a:off x="92" y="1248"/>
              <a:ext cx="300" cy="300"/>
            </a:xfrm>
            <a:prstGeom prst="flowChartDelay">
              <a:avLst/>
            </a:prstGeom>
            <a:solidFill>
              <a:srgbClr val="0099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16" name="Google Shape;20616;p14"/>
          <p:cNvSpPr txBox="1">
            <a:spLocks noGrp="1"/>
          </p:cNvSpPr>
          <p:nvPr>
            <p:ph type="ftr" idx="11"/>
          </p:nvPr>
        </p:nvSpPr>
        <p:spPr>
          <a:xfrm>
            <a:off x="6500813" y="6383338"/>
            <a:ext cx="2897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 i="0" u="none" strike="noStrike" cap="none">
                <a:solidFill>
                  <a:srgbClr val="969696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617" name="Google Shape;20617;p14" descr="Chambal double line"/>
          <p:cNvPicPr preferRelativeResize="0"/>
          <p:nvPr/>
        </p:nvPicPr>
        <p:blipFill rotWithShape="1">
          <a:blip r:embed="rId3">
            <a:alphaModFix/>
          </a:blip>
          <a:srcRect l="119" t="396" r="139" b="574"/>
          <a:stretch/>
        </p:blipFill>
        <p:spPr>
          <a:xfrm>
            <a:off x="6400800" y="-12700"/>
            <a:ext cx="2755900" cy="66198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8" name="Google Shape;20628;p16"/>
          <p:cNvSpPr/>
          <p:nvPr/>
        </p:nvSpPr>
        <p:spPr>
          <a:xfrm>
            <a:off x="683568" y="1052736"/>
            <a:ext cx="7920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HQ- SASARAM ( S2H AREA SASARAM)</a:t>
            </a:r>
            <a:endParaRPr sz="4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3" name="Google Shape;20713;p1"/>
          <p:cNvSpPr txBox="1">
            <a:spLocks noGrp="1"/>
          </p:cNvSpPr>
          <p:nvPr>
            <p:ph type="title"/>
          </p:nvPr>
        </p:nvSpPr>
        <p:spPr>
          <a:xfrm>
            <a:off x="383288" y="1484785"/>
            <a:ext cx="8398800" cy="15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3100" dirty="0"/>
              <a:t>SP-TS Report Under S2H Projects for the month of August - 2025</a:t>
            </a:r>
            <a:endParaRPr sz="3100" dirty="0"/>
          </a:p>
        </p:txBody>
      </p:sp>
      <p:sp>
        <p:nvSpPr>
          <p:cNvPr id="20714" name="Google Shape;20714;p1"/>
          <p:cNvSpPr txBox="1">
            <a:spLocks noGrp="1"/>
          </p:cNvSpPr>
          <p:nvPr>
            <p:ph type="body" idx="1"/>
          </p:nvPr>
        </p:nvSpPr>
        <p:spPr>
          <a:xfrm>
            <a:off x="383288" y="4221088"/>
            <a:ext cx="8398800" cy="19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</a:pPr>
            <a:endParaRPr sz="1600" dirty="0"/>
          </a:p>
          <a:p>
            <a:pPr marL="257175" lvl="0" indent="-257175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</a:pPr>
            <a:r>
              <a:rPr lang="en-IN" sz="2000" dirty="0"/>
              <a:t> 10 Farmers meeting and a Crop Seminar organised  in S2H Villages of </a:t>
            </a:r>
            <a:r>
              <a:rPr lang="en-IN" sz="2000" dirty="0" err="1"/>
              <a:t>Rohtas</a:t>
            </a:r>
            <a:r>
              <a:rPr lang="en-IN" sz="2000" dirty="0"/>
              <a:t> district.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rPr lang="en-IN" sz="1600" dirty="0"/>
              <a:t>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6" name="Google Shape;20716;p2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2800"/>
              <a:t>Campaign -Objective</a:t>
            </a:r>
            <a:endParaRPr sz="2800"/>
          </a:p>
        </p:txBody>
      </p:sp>
      <p:sp>
        <p:nvSpPr>
          <p:cNvPr id="20717" name="Google Shape;20717;p2"/>
          <p:cNvSpPr txBox="1">
            <a:spLocks noGrp="1"/>
          </p:cNvSpPr>
          <p:nvPr>
            <p:ph type="body" idx="1"/>
          </p:nvPr>
        </p:nvSpPr>
        <p:spPr>
          <a:xfrm>
            <a:off x="628650" y="1772816"/>
            <a:ext cx="7886700" cy="46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7175" lvl="0" indent="-25717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40"/>
              <a:buChar char="●"/>
            </a:pPr>
            <a:r>
              <a:rPr lang="en-IN" dirty="0"/>
              <a:t>We have organised 10 farmers meetings and a crop seminar conducted during the month of August 2025 for promotion and awareness of Uttam Products as well as CPC&amp;SN.</a:t>
            </a:r>
            <a:endParaRPr dirty="0"/>
          </a:p>
          <a:p>
            <a:pPr marL="257175" lvl="0" indent="-25717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540"/>
              <a:buChar char="●"/>
            </a:pPr>
            <a:r>
              <a:rPr lang="en-IN" b="1" u="sng" dirty="0"/>
              <a:t>Objective of Campaign:-</a:t>
            </a:r>
            <a:endParaRPr dirty="0"/>
          </a:p>
          <a:p>
            <a:pPr marL="257175" lvl="0" indent="-25717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540"/>
              <a:buChar char="●"/>
            </a:pPr>
            <a:r>
              <a:rPr lang="en-IN" dirty="0"/>
              <a:t>Effective Massage convey of S2H project.  </a:t>
            </a:r>
            <a:endParaRPr dirty="0"/>
          </a:p>
          <a:p>
            <a:pPr marL="257175" lvl="0" indent="-25717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540"/>
              <a:buChar char="●"/>
            </a:pPr>
            <a:r>
              <a:rPr lang="en-IN" dirty="0"/>
              <a:t>To Plan  CFCL Brand promotion activity among the Farmers.</a:t>
            </a:r>
            <a:endParaRPr dirty="0"/>
          </a:p>
          <a:p>
            <a:pPr marL="257175" lvl="0" indent="-257175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540"/>
              <a:buChar char="●"/>
            </a:pPr>
            <a:r>
              <a:rPr lang="en-IN" dirty="0"/>
              <a:t>To Provide Awareness about use of different micronutrient as per the soil demand and crop requirement .</a:t>
            </a:r>
            <a:endParaRPr dirty="0"/>
          </a:p>
          <a:p>
            <a:pPr marL="257175" lvl="0" indent="-25717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540"/>
              <a:buChar char="●"/>
            </a:pPr>
            <a:r>
              <a:rPr lang="en-IN" dirty="0"/>
              <a:t>Balance Fertiliser uses.</a:t>
            </a:r>
            <a:endParaRPr dirty="0"/>
          </a:p>
          <a:p>
            <a:pPr marL="257175" lvl="0" indent="-157162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75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75"/>
              <a:buNone/>
            </a:pPr>
            <a:endParaRPr dirty="0"/>
          </a:p>
          <a:p>
            <a:pPr marL="257175" lvl="0" indent="-157162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575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5" name="Google Shape;20645;p19"/>
          <p:cNvSpPr txBox="1">
            <a:spLocks noGrp="1"/>
          </p:cNvSpPr>
          <p:nvPr>
            <p:ph type="title"/>
          </p:nvPr>
        </p:nvSpPr>
        <p:spPr>
          <a:xfrm>
            <a:off x="628650" y="620688"/>
            <a:ext cx="7886700" cy="10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/>
              <a:t>Main Points discussed during campaign</a:t>
            </a:r>
            <a:endParaRPr sz="2800"/>
          </a:p>
        </p:txBody>
      </p:sp>
      <p:sp>
        <p:nvSpPr>
          <p:cNvPr id="20646" name="Google Shape;20646;p1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7175" lvl="0" indent="-257175" algn="just" rtl="0">
              <a:spcBef>
                <a:spcPts val="0"/>
              </a:spcBef>
              <a:spcAft>
                <a:spcPts val="0"/>
              </a:spcAft>
              <a:buSzPts val="1540"/>
              <a:buChar char="●"/>
            </a:pPr>
            <a:r>
              <a:rPr lang="en-IN"/>
              <a:t>First, We are taken soil sample &amp; deliver results to farmers this campaign will create a good relationship with farmers which help to penetrate SN &amp; CPC Sales in that villages .</a:t>
            </a:r>
            <a:endParaRPr/>
          </a:p>
          <a:p>
            <a:pPr marL="257175" lvl="0" indent="-157162" algn="just" rtl="0">
              <a:spcBef>
                <a:spcPts val="450"/>
              </a:spcBef>
              <a:spcAft>
                <a:spcPts val="0"/>
              </a:spcAft>
              <a:buSzPts val="1575"/>
              <a:buNone/>
            </a:pPr>
            <a:endParaRPr/>
          </a:p>
          <a:p>
            <a:pPr marL="257175" lvl="0" indent="-257175" algn="just" rtl="0">
              <a:spcBef>
                <a:spcPts val="440"/>
              </a:spcBef>
              <a:spcAft>
                <a:spcPts val="0"/>
              </a:spcAft>
              <a:buSzPts val="1540"/>
              <a:buChar char="●"/>
            </a:pPr>
            <a:r>
              <a:rPr lang="en-IN"/>
              <a:t>In these campaign we thrust for speciality nutrient and crop protection chemicals.</a:t>
            </a:r>
            <a:endParaRPr/>
          </a:p>
          <a:p>
            <a:pPr marL="257175" lvl="0" indent="-157162" algn="just" rtl="0">
              <a:spcBef>
                <a:spcPts val="450"/>
              </a:spcBef>
              <a:spcAft>
                <a:spcPts val="0"/>
              </a:spcAft>
              <a:buSzPts val="1575"/>
              <a:buNone/>
            </a:pPr>
            <a:endParaRPr/>
          </a:p>
          <a:p>
            <a:pPr marL="257175" lvl="0" indent="-257175" algn="just" rtl="0">
              <a:spcBef>
                <a:spcPts val="440"/>
              </a:spcBef>
              <a:spcAft>
                <a:spcPts val="0"/>
              </a:spcAft>
              <a:buSzPts val="1540"/>
              <a:buChar char="●"/>
            </a:pPr>
            <a:r>
              <a:rPr lang="en-IN"/>
              <a:t>After understating of their consumption pattern, we delivered our knowledge thoroughly regarding consumption of fertilisers.</a:t>
            </a:r>
            <a:endParaRPr/>
          </a:p>
          <a:p>
            <a:pPr marL="1714500" lvl="5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endParaRPr/>
          </a:p>
          <a:p>
            <a:pPr marL="0" lvl="0" indent="0" algn="l" rtl="0">
              <a:spcBef>
                <a:spcPts val="450"/>
              </a:spcBef>
              <a:spcAft>
                <a:spcPts val="0"/>
              </a:spcAft>
              <a:buSzPts val="1575"/>
              <a:buNone/>
            </a:pPr>
            <a:endParaRPr/>
          </a:p>
          <a:p>
            <a:pPr marL="257175" lvl="0" indent="-157162" algn="l" rtl="0">
              <a:spcBef>
                <a:spcPts val="450"/>
              </a:spcBef>
              <a:spcAft>
                <a:spcPts val="0"/>
              </a:spcAft>
              <a:buSzPts val="1575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1" name="Google Shape;20651;p20"/>
          <p:cNvSpPr txBox="1">
            <a:spLocks noGrp="1"/>
          </p:cNvSpPr>
          <p:nvPr>
            <p:ph type="title"/>
          </p:nvPr>
        </p:nvSpPr>
        <p:spPr>
          <a:xfrm>
            <a:off x="628650" y="692696"/>
            <a:ext cx="7886700" cy="9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/>
              <a:t>Observations of  Farmers meeting</a:t>
            </a:r>
            <a:endParaRPr sz="2800"/>
          </a:p>
        </p:txBody>
      </p:sp>
      <p:sp>
        <p:nvSpPr>
          <p:cNvPr id="20652" name="Google Shape;20652;p20"/>
          <p:cNvSpPr txBox="1">
            <a:spLocks noGrp="1"/>
          </p:cNvSpPr>
          <p:nvPr>
            <p:ph type="body" idx="1"/>
          </p:nvPr>
        </p:nvSpPr>
        <p:spPr>
          <a:xfrm>
            <a:off x="628650" y="1825624"/>
            <a:ext cx="7886700" cy="46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575"/>
              <a:buNone/>
            </a:pPr>
            <a:endParaRPr/>
          </a:p>
          <a:p>
            <a:pPr marL="257175" lvl="0" indent="-257175" algn="just" rtl="0">
              <a:spcBef>
                <a:spcPts val="480"/>
              </a:spcBef>
              <a:spcAft>
                <a:spcPts val="0"/>
              </a:spcAft>
              <a:buSzPts val="1680"/>
              <a:buChar char="●"/>
            </a:pPr>
            <a:r>
              <a:rPr lang="en-IN" sz="2400"/>
              <a:t>Farmers are Not aware about Soil testing &amp; Nutrition .</a:t>
            </a:r>
            <a:endParaRPr/>
          </a:p>
          <a:p>
            <a:pPr marL="257175" lvl="0" indent="-257175" algn="just" rtl="0">
              <a:spcBef>
                <a:spcPts val="480"/>
              </a:spcBef>
              <a:spcAft>
                <a:spcPts val="0"/>
              </a:spcAft>
              <a:buSzPts val="1680"/>
              <a:buChar char="●"/>
            </a:pPr>
            <a:r>
              <a:rPr lang="en-IN" sz="2400"/>
              <a:t>Now we are targeting to increase no of  soil sample &amp; build relation with farmers.</a:t>
            </a:r>
            <a:endParaRPr/>
          </a:p>
          <a:p>
            <a:pPr marL="257175" lvl="0" indent="-257175" algn="just" rtl="0">
              <a:spcBef>
                <a:spcPts val="480"/>
              </a:spcBef>
              <a:spcAft>
                <a:spcPts val="0"/>
              </a:spcAft>
              <a:buSzPts val="1680"/>
              <a:buChar char="●"/>
            </a:pPr>
            <a:r>
              <a:rPr lang="en-IN" sz="2400"/>
              <a:t>Quality wise they accept uttam product as very good category.</a:t>
            </a:r>
            <a:endParaRPr/>
          </a:p>
          <a:p>
            <a:pPr marL="257175" lvl="0" indent="-257175" algn="just" rtl="0">
              <a:spcBef>
                <a:spcPts val="480"/>
              </a:spcBef>
              <a:spcAft>
                <a:spcPts val="0"/>
              </a:spcAft>
              <a:buSzPts val="1680"/>
              <a:buChar char="●"/>
            </a:pPr>
            <a:r>
              <a:rPr lang="en-IN" sz="2400"/>
              <a:t>Its common observation Farmer were very interested to know the soil sample results </a:t>
            </a:r>
            <a:endParaRPr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IN" sz="2400"/>
              <a:t>.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1680"/>
              <a:buNone/>
            </a:pP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19" name="Google Shape;20719;p3"/>
          <p:cNvGraphicFramePr/>
          <p:nvPr>
            <p:extLst>
              <p:ext uri="{D42A27DB-BD31-4B8C-83A1-F6EECF244321}">
                <p14:modId xmlns:p14="http://schemas.microsoft.com/office/powerpoint/2010/main" val="1362344230"/>
              </p:ext>
            </p:extLst>
          </p:nvPr>
        </p:nvGraphicFramePr>
        <p:xfrm>
          <a:off x="5052392" y="3068960"/>
          <a:ext cx="3048000" cy="1483400"/>
        </p:xfrm>
        <a:graphic>
          <a:graphicData uri="http://schemas.openxmlformats.org/drawingml/2006/table">
            <a:tbl>
              <a:tblPr firstRow="1" bandRow="1">
                <a:noFill/>
                <a:tableStyleId>{124ADF25-2B94-4035-9418-B1CD307582EC}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VILLAGE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u="none" strike="noStrike" cap="none" dirty="0">
                          <a:solidFill>
                            <a:schemeClr val="dk1"/>
                          </a:solidFill>
                        </a:rPr>
                        <a:t>CHANKA 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BLOCK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 dirty="0">
                          <a:solidFill>
                            <a:schemeClr val="dk1"/>
                          </a:solidFill>
                        </a:rPr>
                        <a:t>NOKHA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DISTRICT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ROHTAS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dirty="0"/>
                        <a:t>03/08/2025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720" name="Google Shape;20720;p3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Glimpse of farmers meeting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BC53D-0B34-9A59-DD92-BE581A4ACC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8650" y="2233117"/>
            <a:ext cx="4191785" cy="31438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23" name="Google Shape;20723;p4"/>
          <p:cNvGraphicFramePr/>
          <p:nvPr>
            <p:extLst>
              <p:ext uri="{D42A27DB-BD31-4B8C-83A1-F6EECF244321}">
                <p14:modId xmlns:p14="http://schemas.microsoft.com/office/powerpoint/2010/main" val="1423656031"/>
              </p:ext>
            </p:extLst>
          </p:nvPr>
        </p:nvGraphicFramePr>
        <p:xfrm>
          <a:off x="5052392" y="3068960"/>
          <a:ext cx="3048000" cy="1483400"/>
        </p:xfrm>
        <a:graphic>
          <a:graphicData uri="http://schemas.openxmlformats.org/drawingml/2006/table">
            <a:tbl>
              <a:tblPr firstRow="1" bandRow="1">
                <a:noFill/>
                <a:tableStyleId>{124ADF25-2B94-4035-9418-B1CD307582EC}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VILLAGE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dirty="0">
                          <a:solidFill>
                            <a:schemeClr val="dk1"/>
                          </a:solidFill>
                        </a:rPr>
                        <a:t>BARADIH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BLOCK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 dirty="0">
                          <a:solidFill>
                            <a:schemeClr val="dk1"/>
                          </a:solidFill>
                        </a:rPr>
                        <a:t>TILOUTHU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DISTRICT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ROHTAS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dirty="0"/>
                        <a:t>05/08/2025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724" name="Google Shape;20724;p4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Glimpse of farmers meeting</a:t>
            </a:r>
            <a:endParaRPr/>
          </a:p>
        </p:txBody>
      </p:sp>
      <p:pic>
        <p:nvPicPr>
          <p:cNvPr id="20725" name="Google Shape;20725;p4"/>
          <p:cNvPicPr preferRelativeResize="0"/>
          <p:nvPr/>
        </p:nvPicPr>
        <p:blipFill>
          <a:blip r:embed="rId3"/>
          <a:srcRect/>
          <a:stretch/>
        </p:blipFill>
        <p:spPr>
          <a:xfrm>
            <a:off x="699041" y="2152989"/>
            <a:ext cx="3967227" cy="36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2">
          <a:extLst>
            <a:ext uri="{FF2B5EF4-FFF2-40B4-BE49-F238E27FC236}">
              <a16:creationId xmlns:a16="http://schemas.microsoft.com/office/drawing/2014/main" id="{A53C2C33-910D-249E-66BF-7DB5FB2DD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23" name="Google Shape;20723;p4">
            <a:extLst>
              <a:ext uri="{FF2B5EF4-FFF2-40B4-BE49-F238E27FC236}">
                <a16:creationId xmlns:a16="http://schemas.microsoft.com/office/drawing/2014/main" id="{F6A7638E-579C-1C86-3EE7-B462E8649C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6607041"/>
              </p:ext>
            </p:extLst>
          </p:nvPr>
        </p:nvGraphicFramePr>
        <p:xfrm>
          <a:off x="5052392" y="3068960"/>
          <a:ext cx="3048000" cy="1483400"/>
        </p:xfrm>
        <a:graphic>
          <a:graphicData uri="http://schemas.openxmlformats.org/drawingml/2006/table">
            <a:tbl>
              <a:tblPr firstRow="1" bandRow="1">
                <a:noFill/>
                <a:tableStyleId>{124ADF25-2B94-4035-9418-B1CD307582EC}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VILLAGE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dirty="0">
                          <a:solidFill>
                            <a:schemeClr val="dk1"/>
                          </a:solidFill>
                        </a:rPr>
                        <a:t>HARNACHITI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BLOCK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 dirty="0">
                          <a:solidFill>
                            <a:schemeClr val="dk1"/>
                          </a:solidFill>
                        </a:rPr>
                        <a:t>TILOUTHU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DISTRICT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ROHTAS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dirty="0"/>
                        <a:t>08/08/2025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724" name="Google Shape;20724;p4">
            <a:extLst>
              <a:ext uri="{FF2B5EF4-FFF2-40B4-BE49-F238E27FC236}">
                <a16:creationId xmlns:a16="http://schemas.microsoft.com/office/drawing/2014/main" id="{C21B38C4-70C7-4094-19C3-BD4B19FD65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Glimpse of farmers meeting</a:t>
            </a:r>
            <a:endParaRPr/>
          </a:p>
        </p:txBody>
      </p:sp>
      <p:pic>
        <p:nvPicPr>
          <p:cNvPr id="20725" name="Google Shape;20725;p4">
            <a:extLst>
              <a:ext uri="{FF2B5EF4-FFF2-40B4-BE49-F238E27FC236}">
                <a16:creationId xmlns:a16="http://schemas.microsoft.com/office/drawing/2014/main" id="{C614E982-E87C-E27D-E730-B42610675E4B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628650" y="2492240"/>
            <a:ext cx="3967227" cy="29754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632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2">
          <a:extLst>
            <a:ext uri="{FF2B5EF4-FFF2-40B4-BE49-F238E27FC236}">
              <a16:creationId xmlns:a16="http://schemas.microsoft.com/office/drawing/2014/main" id="{18927F38-6CEF-651C-E1AA-5E4D9638F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23" name="Google Shape;20723;p4">
            <a:extLst>
              <a:ext uri="{FF2B5EF4-FFF2-40B4-BE49-F238E27FC236}">
                <a16:creationId xmlns:a16="http://schemas.microsoft.com/office/drawing/2014/main" id="{9C67F2DA-2FB9-A6A0-AB97-4667630F54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6087205"/>
              </p:ext>
            </p:extLst>
          </p:nvPr>
        </p:nvGraphicFramePr>
        <p:xfrm>
          <a:off x="5052392" y="3068960"/>
          <a:ext cx="3048000" cy="1483400"/>
        </p:xfrm>
        <a:graphic>
          <a:graphicData uri="http://schemas.openxmlformats.org/drawingml/2006/table">
            <a:tbl>
              <a:tblPr firstRow="1" bandRow="1">
                <a:noFill/>
                <a:tableStyleId>{124ADF25-2B94-4035-9418-B1CD307582EC}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VILLAGE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dirty="0">
                          <a:solidFill>
                            <a:schemeClr val="dk1"/>
                          </a:solidFill>
                        </a:rPr>
                        <a:t>HURUKA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BLOCK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 dirty="0">
                          <a:solidFill>
                            <a:schemeClr val="dk1"/>
                          </a:solidFill>
                        </a:rPr>
                        <a:t>TILOUTHU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DISTRICT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ROHTAS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dirty="0"/>
                        <a:t>09/08/2025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724" name="Google Shape;20724;p4">
            <a:extLst>
              <a:ext uri="{FF2B5EF4-FFF2-40B4-BE49-F238E27FC236}">
                <a16:creationId xmlns:a16="http://schemas.microsoft.com/office/drawing/2014/main" id="{B8F8DF5E-284E-D5F4-555F-FDBA454D23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Glimpse of farmers meeting</a:t>
            </a:r>
            <a:endParaRPr/>
          </a:p>
        </p:txBody>
      </p:sp>
      <p:pic>
        <p:nvPicPr>
          <p:cNvPr id="20725" name="Google Shape;20725;p4">
            <a:extLst>
              <a:ext uri="{FF2B5EF4-FFF2-40B4-BE49-F238E27FC236}">
                <a16:creationId xmlns:a16="http://schemas.microsoft.com/office/drawing/2014/main" id="{1CC14091-4071-4997-6A77-EE8A875B645E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628650" y="2864167"/>
            <a:ext cx="3967227" cy="22315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5642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2">
          <a:extLst>
            <a:ext uri="{FF2B5EF4-FFF2-40B4-BE49-F238E27FC236}">
              <a16:creationId xmlns:a16="http://schemas.microsoft.com/office/drawing/2014/main" id="{72AC8281-865D-96C4-5BD0-B5303E667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23" name="Google Shape;20723;p4">
            <a:extLst>
              <a:ext uri="{FF2B5EF4-FFF2-40B4-BE49-F238E27FC236}">
                <a16:creationId xmlns:a16="http://schemas.microsoft.com/office/drawing/2014/main" id="{1B09DAE9-6606-4FB1-773C-7159E5B8DE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155888"/>
              </p:ext>
            </p:extLst>
          </p:nvPr>
        </p:nvGraphicFramePr>
        <p:xfrm>
          <a:off x="5052392" y="3068960"/>
          <a:ext cx="3048000" cy="1483400"/>
        </p:xfrm>
        <a:graphic>
          <a:graphicData uri="http://schemas.openxmlformats.org/drawingml/2006/table">
            <a:tbl>
              <a:tblPr firstRow="1" bandRow="1">
                <a:noFill/>
                <a:tableStyleId>{124ADF25-2B94-4035-9418-B1CD307582EC}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VILLAGE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dirty="0">
                          <a:solidFill>
                            <a:schemeClr val="dk1"/>
                          </a:solidFill>
                        </a:rPr>
                        <a:t>KUSHDIHRA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BLOCK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 dirty="0">
                          <a:solidFill>
                            <a:schemeClr val="dk1"/>
                          </a:solidFill>
                        </a:rPr>
                        <a:t>TILOUTHU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DISTRICT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ROHTAS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dirty="0"/>
                        <a:t>13/08/2025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724" name="Google Shape;20724;p4">
            <a:extLst>
              <a:ext uri="{FF2B5EF4-FFF2-40B4-BE49-F238E27FC236}">
                <a16:creationId xmlns:a16="http://schemas.microsoft.com/office/drawing/2014/main" id="{80F9AF2A-E659-8E29-4564-E13AB8A2CB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Glimpse of farmers meeting</a:t>
            </a:r>
            <a:endParaRPr/>
          </a:p>
        </p:txBody>
      </p:sp>
      <p:pic>
        <p:nvPicPr>
          <p:cNvPr id="20725" name="Google Shape;20725;p4">
            <a:extLst>
              <a:ext uri="{FF2B5EF4-FFF2-40B4-BE49-F238E27FC236}">
                <a16:creationId xmlns:a16="http://schemas.microsoft.com/office/drawing/2014/main" id="{CE5AF21A-5170-6095-DE83-76133871D5FC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719199" y="2534229"/>
            <a:ext cx="3852801" cy="32538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8467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2">
          <a:extLst>
            <a:ext uri="{FF2B5EF4-FFF2-40B4-BE49-F238E27FC236}">
              <a16:creationId xmlns:a16="http://schemas.microsoft.com/office/drawing/2014/main" id="{908E9BA3-35B2-AE80-647B-A8EA74A2B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23" name="Google Shape;20723;p4">
            <a:extLst>
              <a:ext uri="{FF2B5EF4-FFF2-40B4-BE49-F238E27FC236}">
                <a16:creationId xmlns:a16="http://schemas.microsoft.com/office/drawing/2014/main" id="{550725B1-9F46-03BC-1ED3-F1E72E5656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3758741"/>
              </p:ext>
            </p:extLst>
          </p:nvPr>
        </p:nvGraphicFramePr>
        <p:xfrm>
          <a:off x="5052392" y="3068960"/>
          <a:ext cx="3048000" cy="1483400"/>
        </p:xfrm>
        <a:graphic>
          <a:graphicData uri="http://schemas.openxmlformats.org/drawingml/2006/table">
            <a:tbl>
              <a:tblPr firstRow="1" bandRow="1">
                <a:noFill/>
                <a:tableStyleId>{124ADF25-2B94-4035-9418-B1CD307582EC}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VILLAGE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dirty="0">
                          <a:solidFill>
                            <a:schemeClr val="dk1"/>
                          </a:solidFill>
                        </a:rPr>
                        <a:t>NAWADIH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BLOCK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 dirty="0">
                          <a:solidFill>
                            <a:schemeClr val="dk1"/>
                          </a:solidFill>
                        </a:rPr>
                        <a:t>TILOUTHU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DISTRICT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ROHTAS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dirty="0"/>
                        <a:t>16/08/2025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724" name="Google Shape;20724;p4">
            <a:extLst>
              <a:ext uri="{FF2B5EF4-FFF2-40B4-BE49-F238E27FC236}">
                <a16:creationId xmlns:a16="http://schemas.microsoft.com/office/drawing/2014/main" id="{1AE86C84-6656-C4F0-C161-BDCC95A9E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Glimpse of farmers meeting</a:t>
            </a:r>
            <a:endParaRPr/>
          </a:p>
        </p:txBody>
      </p:sp>
      <p:pic>
        <p:nvPicPr>
          <p:cNvPr id="20725" name="Google Shape;20725;p4">
            <a:extLst>
              <a:ext uri="{FF2B5EF4-FFF2-40B4-BE49-F238E27FC236}">
                <a16:creationId xmlns:a16="http://schemas.microsoft.com/office/drawing/2014/main" id="{48C8AA82-44B9-4B56-B67A-975D594D7C55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719199" y="2716343"/>
            <a:ext cx="3852801" cy="2889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7379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2">
          <a:extLst>
            <a:ext uri="{FF2B5EF4-FFF2-40B4-BE49-F238E27FC236}">
              <a16:creationId xmlns:a16="http://schemas.microsoft.com/office/drawing/2014/main" id="{1D0E66A7-65D2-2789-5358-8D4A11BC9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23" name="Google Shape;20723;p4">
            <a:extLst>
              <a:ext uri="{FF2B5EF4-FFF2-40B4-BE49-F238E27FC236}">
                <a16:creationId xmlns:a16="http://schemas.microsoft.com/office/drawing/2014/main" id="{7DC8B8D6-87A0-F2D5-6A42-AAB4CD47BA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8807591"/>
              </p:ext>
            </p:extLst>
          </p:nvPr>
        </p:nvGraphicFramePr>
        <p:xfrm>
          <a:off x="5052392" y="3068960"/>
          <a:ext cx="3048000" cy="1483400"/>
        </p:xfrm>
        <a:graphic>
          <a:graphicData uri="http://schemas.openxmlformats.org/drawingml/2006/table">
            <a:tbl>
              <a:tblPr firstRow="1" bandRow="1">
                <a:noFill/>
                <a:tableStyleId>{124ADF25-2B94-4035-9418-B1CD307582EC}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VILLAGE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dirty="0">
                          <a:solidFill>
                            <a:schemeClr val="dk1"/>
                          </a:solidFill>
                        </a:rPr>
                        <a:t>RENDIA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BLOCK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 dirty="0">
                          <a:solidFill>
                            <a:schemeClr val="dk1"/>
                          </a:solidFill>
                        </a:rPr>
                        <a:t>CHENARI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DISTRICT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ROHTAS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dirty="0"/>
                        <a:t>19/08/2025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724" name="Google Shape;20724;p4">
            <a:extLst>
              <a:ext uri="{FF2B5EF4-FFF2-40B4-BE49-F238E27FC236}">
                <a16:creationId xmlns:a16="http://schemas.microsoft.com/office/drawing/2014/main" id="{EBB6C7D5-3457-0987-161A-F8DBE006F2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Glimpse of farmers meeting</a:t>
            </a:r>
            <a:endParaRPr/>
          </a:p>
        </p:txBody>
      </p:sp>
      <p:pic>
        <p:nvPicPr>
          <p:cNvPr id="20725" name="Google Shape;20725;p4">
            <a:extLst>
              <a:ext uri="{FF2B5EF4-FFF2-40B4-BE49-F238E27FC236}">
                <a16:creationId xmlns:a16="http://schemas.microsoft.com/office/drawing/2014/main" id="{CDF1EA73-9D9C-B194-A831-431D446EFE1A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628650" y="2653240"/>
            <a:ext cx="4169593" cy="25786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4255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2">
          <a:extLst>
            <a:ext uri="{FF2B5EF4-FFF2-40B4-BE49-F238E27FC236}">
              <a16:creationId xmlns:a16="http://schemas.microsoft.com/office/drawing/2014/main" id="{398A1892-FBE9-09E8-5B9B-250F51A10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23" name="Google Shape;20723;p4">
            <a:extLst>
              <a:ext uri="{FF2B5EF4-FFF2-40B4-BE49-F238E27FC236}">
                <a16:creationId xmlns:a16="http://schemas.microsoft.com/office/drawing/2014/main" id="{523DC1AE-7DA8-AF68-D2DA-53D50AC722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8533379"/>
              </p:ext>
            </p:extLst>
          </p:nvPr>
        </p:nvGraphicFramePr>
        <p:xfrm>
          <a:off x="5052392" y="3068960"/>
          <a:ext cx="3048000" cy="1483400"/>
        </p:xfrm>
        <a:graphic>
          <a:graphicData uri="http://schemas.openxmlformats.org/drawingml/2006/table">
            <a:tbl>
              <a:tblPr firstRow="1" bandRow="1">
                <a:noFill/>
                <a:tableStyleId>{124ADF25-2B94-4035-9418-B1CD307582EC}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VILLAGE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dirty="0">
                          <a:solidFill>
                            <a:schemeClr val="dk1"/>
                          </a:solidFill>
                        </a:rPr>
                        <a:t>SEWAHI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BLOCK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 dirty="0">
                          <a:solidFill>
                            <a:schemeClr val="dk1"/>
                          </a:solidFill>
                        </a:rPr>
                        <a:t>TILOUTHU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DISTRICT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ROHTAS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dirty="0"/>
                        <a:t>23/08/2025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724" name="Google Shape;20724;p4">
            <a:extLst>
              <a:ext uri="{FF2B5EF4-FFF2-40B4-BE49-F238E27FC236}">
                <a16:creationId xmlns:a16="http://schemas.microsoft.com/office/drawing/2014/main" id="{D853D764-90BC-B394-F0C1-498D94EC81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Glimpse of farmers meeting</a:t>
            </a:r>
            <a:endParaRPr/>
          </a:p>
        </p:txBody>
      </p:sp>
      <p:pic>
        <p:nvPicPr>
          <p:cNvPr id="20725" name="Google Shape;20725;p4">
            <a:extLst>
              <a:ext uri="{FF2B5EF4-FFF2-40B4-BE49-F238E27FC236}">
                <a16:creationId xmlns:a16="http://schemas.microsoft.com/office/drawing/2014/main" id="{8419B9D3-4751-D199-710A-890CD5488C41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94356" y="2653240"/>
            <a:ext cx="3438180" cy="25786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7868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2">
          <a:extLst>
            <a:ext uri="{FF2B5EF4-FFF2-40B4-BE49-F238E27FC236}">
              <a16:creationId xmlns:a16="http://schemas.microsoft.com/office/drawing/2014/main" id="{06470B08-C346-58BF-06B3-C23A20A32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23" name="Google Shape;20723;p4">
            <a:extLst>
              <a:ext uri="{FF2B5EF4-FFF2-40B4-BE49-F238E27FC236}">
                <a16:creationId xmlns:a16="http://schemas.microsoft.com/office/drawing/2014/main" id="{61870453-470E-2C84-96BD-84674D98C5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5157688"/>
              </p:ext>
            </p:extLst>
          </p:nvPr>
        </p:nvGraphicFramePr>
        <p:xfrm>
          <a:off x="5052392" y="3078387"/>
          <a:ext cx="3048000" cy="1483400"/>
        </p:xfrm>
        <a:graphic>
          <a:graphicData uri="http://schemas.openxmlformats.org/drawingml/2006/table">
            <a:tbl>
              <a:tblPr firstRow="1" bandRow="1">
                <a:noFill/>
                <a:tableStyleId>{124ADF25-2B94-4035-9418-B1CD307582EC}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VILLAGE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US" sz="1350" u="none" strike="noStrike" cap="none" dirty="0">
                          <a:solidFill>
                            <a:schemeClr val="dk1"/>
                          </a:solidFill>
                        </a:rPr>
                        <a:t>S</a:t>
                      </a:r>
                      <a:r>
                        <a:rPr lang="en-IN" sz="1350" u="none" strike="noStrike" cap="none" dirty="0">
                          <a:solidFill>
                            <a:schemeClr val="dk1"/>
                          </a:solidFill>
                        </a:rPr>
                        <a:t>HAHPUR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BLOCK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 dirty="0">
                          <a:solidFill>
                            <a:schemeClr val="dk1"/>
                          </a:solidFill>
                        </a:rPr>
                        <a:t>CHENARI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DISTRICT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ROHTAS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dirty="0"/>
                        <a:t>25/08/2025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724" name="Google Shape;20724;p4">
            <a:extLst>
              <a:ext uri="{FF2B5EF4-FFF2-40B4-BE49-F238E27FC236}">
                <a16:creationId xmlns:a16="http://schemas.microsoft.com/office/drawing/2014/main" id="{7D57DB5F-56C5-7F30-7BEA-BC6A0C43FD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Glimpse of farmers meeting</a:t>
            </a:r>
            <a:endParaRPr/>
          </a:p>
        </p:txBody>
      </p:sp>
      <p:pic>
        <p:nvPicPr>
          <p:cNvPr id="20725" name="Google Shape;20725;p4">
            <a:extLst>
              <a:ext uri="{FF2B5EF4-FFF2-40B4-BE49-F238E27FC236}">
                <a16:creationId xmlns:a16="http://schemas.microsoft.com/office/drawing/2014/main" id="{653CB94D-B774-5605-12DE-F55B02397991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14400" y="1690828"/>
            <a:ext cx="3525625" cy="41443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652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2">
          <a:extLst>
            <a:ext uri="{FF2B5EF4-FFF2-40B4-BE49-F238E27FC236}">
              <a16:creationId xmlns:a16="http://schemas.microsoft.com/office/drawing/2014/main" id="{A51FD60F-8751-3004-E22A-803127759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23" name="Google Shape;20723;p4">
            <a:extLst>
              <a:ext uri="{FF2B5EF4-FFF2-40B4-BE49-F238E27FC236}">
                <a16:creationId xmlns:a16="http://schemas.microsoft.com/office/drawing/2014/main" id="{4720A39C-FD25-CAB3-1D1B-88774CF6E3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036031"/>
              </p:ext>
            </p:extLst>
          </p:nvPr>
        </p:nvGraphicFramePr>
        <p:xfrm>
          <a:off x="5052392" y="3068960"/>
          <a:ext cx="3048000" cy="1483400"/>
        </p:xfrm>
        <a:graphic>
          <a:graphicData uri="http://schemas.openxmlformats.org/drawingml/2006/table">
            <a:tbl>
              <a:tblPr firstRow="1" bandRow="1">
                <a:noFill/>
                <a:tableStyleId>{124ADF25-2B94-4035-9418-B1CD307582EC}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VILLAGE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US" sz="1350" u="none" strike="noStrike" cap="none" dirty="0">
                          <a:solidFill>
                            <a:schemeClr val="dk1"/>
                          </a:solidFill>
                        </a:rPr>
                        <a:t>TENDUNI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BLOCK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 dirty="0">
                          <a:solidFill>
                            <a:schemeClr val="dk1"/>
                          </a:solidFill>
                        </a:rPr>
                        <a:t>CHENARI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DISTRICT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ROHTAS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dirty="0"/>
                        <a:t>21/08/2025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724" name="Google Shape;20724;p4">
            <a:extLst>
              <a:ext uri="{FF2B5EF4-FFF2-40B4-BE49-F238E27FC236}">
                <a16:creationId xmlns:a16="http://schemas.microsoft.com/office/drawing/2014/main" id="{2C9CA0C2-CAC9-4A52-C216-6700FDFD9C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Glimpse of farmers meeting</a:t>
            </a:r>
            <a:endParaRPr/>
          </a:p>
        </p:txBody>
      </p:sp>
      <p:pic>
        <p:nvPicPr>
          <p:cNvPr id="20725" name="Google Shape;20725;p4">
            <a:extLst>
              <a:ext uri="{FF2B5EF4-FFF2-40B4-BE49-F238E27FC236}">
                <a16:creationId xmlns:a16="http://schemas.microsoft.com/office/drawing/2014/main" id="{E608A4C5-FABE-CC46-C432-D00D00DFF33B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14400" y="2440901"/>
            <a:ext cx="3525625" cy="26442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5023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2">
          <a:extLst>
            <a:ext uri="{FF2B5EF4-FFF2-40B4-BE49-F238E27FC236}">
              <a16:creationId xmlns:a16="http://schemas.microsoft.com/office/drawing/2014/main" id="{43591641-FB67-5DCA-E3B7-441E7E788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23" name="Google Shape;20723;p4">
            <a:extLst>
              <a:ext uri="{FF2B5EF4-FFF2-40B4-BE49-F238E27FC236}">
                <a16:creationId xmlns:a16="http://schemas.microsoft.com/office/drawing/2014/main" id="{8DAA6B1F-E401-37BA-1C50-3BF11F2EE5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0118874"/>
              </p:ext>
            </p:extLst>
          </p:nvPr>
        </p:nvGraphicFramePr>
        <p:xfrm>
          <a:off x="5052392" y="3068960"/>
          <a:ext cx="3048000" cy="1483400"/>
        </p:xfrm>
        <a:graphic>
          <a:graphicData uri="http://schemas.openxmlformats.org/drawingml/2006/table">
            <a:tbl>
              <a:tblPr firstRow="1" bandRow="1">
                <a:noFill/>
                <a:tableStyleId>{124ADF25-2B94-4035-9418-B1CD307582EC}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VILLAGE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US" sz="1350" u="none" strike="noStrike" cap="none" dirty="0">
                          <a:solidFill>
                            <a:schemeClr val="dk1"/>
                          </a:solidFill>
                        </a:rPr>
                        <a:t>CHANKA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BLOCK 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 dirty="0">
                          <a:solidFill>
                            <a:schemeClr val="dk1"/>
                          </a:solidFill>
                        </a:rPr>
                        <a:t>NOKHA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DISTRICT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ROHTAS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u="none" strike="noStrike" cap="none">
                          <a:solidFill>
                            <a:schemeClr val="dk1"/>
                          </a:solidFill>
                        </a:rPr>
                        <a:t>DATE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  <a:defRPr sz="1400" u="none" strike="noStrike" cap="none"/>
                      </a:pPr>
                      <a:r>
                        <a:rPr lang="en-IN" sz="1350" b="1" dirty="0"/>
                        <a:t>29/08/2025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724" name="Google Shape;20724;p4">
            <a:extLst>
              <a:ext uri="{FF2B5EF4-FFF2-40B4-BE49-F238E27FC236}">
                <a16:creationId xmlns:a16="http://schemas.microsoft.com/office/drawing/2014/main" id="{2745D164-5B5B-2D7D-DBAB-023A460B9F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Glimpse of Crop Seminar</a:t>
            </a:r>
            <a:endParaRPr dirty="0"/>
          </a:p>
        </p:txBody>
      </p:sp>
      <p:pic>
        <p:nvPicPr>
          <p:cNvPr id="20725" name="Google Shape;20725;p4">
            <a:extLst>
              <a:ext uri="{FF2B5EF4-FFF2-40B4-BE49-F238E27FC236}">
                <a16:creationId xmlns:a16="http://schemas.microsoft.com/office/drawing/2014/main" id="{65F73E84-0A30-0FAB-1BAC-E02974651D14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14400" y="2440901"/>
            <a:ext cx="3525624" cy="26442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2405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141"/>
        </a:solidFill>
        <a:effectLst/>
      </p:bgPr>
    </p:bg>
    <p:spTree>
      <p:nvGrpSpPr>
        <p:cNvPr id="1" name="Shape 20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7" name="Google Shape;20697;p26"/>
          <p:cNvSpPr txBox="1">
            <a:spLocks noGrp="1"/>
          </p:cNvSpPr>
          <p:nvPr>
            <p:ph type="title"/>
          </p:nvPr>
        </p:nvSpPr>
        <p:spPr>
          <a:xfrm>
            <a:off x="5598460" y="1783959"/>
            <a:ext cx="3065400" cy="2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700">
                <a:solidFill>
                  <a:schemeClr val="lt1"/>
                </a:solidFill>
              </a:rPr>
              <a:t> </a:t>
            </a:r>
            <a:endParaRPr/>
          </a:p>
        </p:txBody>
      </p:sp>
      <p:sp>
        <p:nvSpPr>
          <p:cNvPr id="20698" name="Google Shape;20698;p26"/>
          <p:cNvSpPr/>
          <p:nvPr/>
        </p:nvSpPr>
        <p:spPr>
          <a:xfrm rot="10800000">
            <a:off x="1" y="0"/>
            <a:ext cx="5391038" cy="6858000"/>
          </a:xfrm>
          <a:custGeom>
            <a:avLst/>
            <a:gdLst/>
            <a:ahLst/>
            <a:cxnLst/>
            <a:rect l="l" t="t" r="r" b="b"/>
            <a:pathLst>
              <a:path w="7188051" h="6858000" extrusionOk="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lt1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99" name="Google Shape;20699;p26" descr="A group of people standing in a field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 l="89"/>
          <a:stretch/>
        </p:blipFill>
        <p:spPr>
          <a:xfrm>
            <a:off x="20" y="-27384"/>
            <a:ext cx="5271371" cy="6858000"/>
          </a:xfrm>
          <a:custGeom>
            <a:avLst/>
            <a:gdLst/>
            <a:ahLst/>
            <a:cxnLst/>
            <a:rect l="l" t="t" r="r" b="b"/>
            <a:pathLst>
              <a:path w="7028495" h="6858000" extrusionOk="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0700" name="Google Shape;20700;p26"/>
          <p:cNvSpPr/>
          <p:nvPr/>
        </p:nvSpPr>
        <p:spPr>
          <a:xfrm>
            <a:off x="4860032" y="4595681"/>
            <a:ext cx="41442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Thanks</a:t>
            </a: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01" name="Google Shape;20701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30599" y="0"/>
            <a:ext cx="5521637" cy="70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382</Words>
  <Application>Microsoft Office PowerPoint</Application>
  <PresentationFormat>On-screen Show (4:3)</PresentationFormat>
  <Paragraphs>142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Georgia</vt:lpstr>
      <vt:lpstr>Noto Sans Symbols</vt:lpstr>
      <vt:lpstr>1_Network</vt:lpstr>
      <vt:lpstr>1_Network</vt:lpstr>
      <vt:lpstr>PowerPoint Presentation</vt:lpstr>
      <vt:lpstr>SP-TS Report Under S2H Projects for the month of August - 2025</vt:lpstr>
      <vt:lpstr>Campaign -Objective</vt:lpstr>
      <vt:lpstr>Main Points discussed during campaign</vt:lpstr>
      <vt:lpstr>Observations of  Farmers meeting</vt:lpstr>
      <vt:lpstr>Glimpse of farmers meeting</vt:lpstr>
      <vt:lpstr>Glimpse of farmers meeting</vt:lpstr>
      <vt:lpstr>Glimpse of farmers meeting</vt:lpstr>
      <vt:lpstr>Glimpse of farmers meeting</vt:lpstr>
      <vt:lpstr>Glimpse of farmers meeting</vt:lpstr>
      <vt:lpstr>Glimpse of farmers meeting</vt:lpstr>
      <vt:lpstr>Glimpse of farmers meeting</vt:lpstr>
      <vt:lpstr>Glimpse of farmers meeting</vt:lpstr>
      <vt:lpstr>Glimpse of farmers meeting</vt:lpstr>
      <vt:lpstr>Glimpse of farmers meeting</vt:lpstr>
      <vt:lpstr>Glimpse of Crop Seminar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Prince Kumar</cp:lastModifiedBy>
  <cp:revision>4</cp:revision>
  <dcterms:modified xsi:type="dcterms:W3CDTF">2025-08-31T17:56:41Z</dcterms:modified>
</cp:coreProperties>
</file>